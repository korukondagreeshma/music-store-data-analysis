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2"/>
  </p:notesMasterIdLst>
  <p:sldIdLst>
    <p:sldId id="256" r:id="rId2"/>
    <p:sldId id="257" r:id="rId3"/>
    <p:sldId id="275" r:id="rId4"/>
    <p:sldId id="276" r:id="rId5"/>
    <p:sldId id="277" r:id="rId6"/>
    <p:sldId id="278"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59" r:id="rId21"/>
  </p:sldIdLst>
  <p:sldSz cx="12192000" cy="6858000"/>
  <p:notesSz cx="6858000" cy="9144000"/>
  <p:embeddedFontLst>
    <p:embeddedFont>
      <p:font typeface="Lato Black" panose="020F0502020204030203" pitchFamily="34" charset="0"/>
      <p:bold r:id="rId23"/>
      <p:boldItalic r:id="rId24"/>
    </p:embeddedFont>
    <p:embeddedFont>
      <p:font typeface="Libre Baskerville" panose="02000000000000000000" pitchFamily="2" charset="0"/>
      <p:regular r:id="rId25"/>
      <p:bold r:id="rId26"/>
      <p:italic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9"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7CCF429-5E76-4078-B8D6-3BABEFA89FAD}" v="71" dt="2026-08-16T08:34:47.10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74" d="100"/>
          <a:sy n="74" d="100"/>
        </p:scale>
        <p:origin x="994"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presProps" Target="presProps.xml"/><Relationship Id="rId35"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VETHA S" userId="effa5bfef15127c1" providerId="LiveId" clId="{71AE3A8A-58D0-467F-84FA-787382E2AA72}"/>
    <pc:docChg chg="undo custSel addSld delSld modSld">
      <pc:chgData name="NIVETHA S" userId="effa5bfef15127c1" providerId="LiveId" clId="{71AE3A8A-58D0-467F-84FA-787382E2AA72}" dt="2026-08-16T08:35:53.254" v="1610" actId="20577"/>
      <pc:docMkLst>
        <pc:docMk/>
      </pc:docMkLst>
      <pc:sldChg chg="modSp mod">
        <pc:chgData name="NIVETHA S" userId="effa5bfef15127c1" providerId="LiveId" clId="{71AE3A8A-58D0-467F-84FA-787382E2AA72}" dt="2026-08-16T08:35:53.254" v="1610" actId="20577"/>
        <pc:sldMkLst>
          <pc:docMk/>
          <pc:sldMk cId="0" sldId="256"/>
        </pc:sldMkLst>
        <pc:spChg chg="mod">
          <ac:chgData name="NIVETHA S" userId="effa5bfef15127c1" providerId="LiveId" clId="{71AE3A8A-58D0-467F-84FA-787382E2AA72}" dt="2026-08-16T08:35:53.254" v="1610" actId="20577"/>
          <ac:spMkLst>
            <pc:docMk/>
            <pc:sldMk cId="0" sldId="256"/>
            <ac:spMk id="99" creationId="{00000000-0000-0000-0000-000000000000}"/>
          </ac:spMkLst>
        </pc:spChg>
        <pc:picChg chg="mod">
          <ac:chgData name="NIVETHA S" userId="effa5bfef15127c1" providerId="LiveId" clId="{71AE3A8A-58D0-467F-84FA-787382E2AA72}" dt="2026-08-12T19:03:29.749" v="182" actId="1076"/>
          <ac:picMkLst>
            <pc:docMk/>
            <pc:sldMk cId="0" sldId="256"/>
            <ac:picMk id="98" creationId="{00000000-0000-0000-0000-000000000000}"/>
          </ac:picMkLst>
        </pc:picChg>
      </pc:sldChg>
      <pc:sldChg chg="modSp mod">
        <pc:chgData name="NIVETHA S" userId="effa5bfef15127c1" providerId="LiveId" clId="{71AE3A8A-58D0-467F-84FA-787382E2AA72}" dt="2026-08-16T08:03:28.366" v="1299" actId="14100"/>
        <pc:sldMkLst>
          <pc:docMk/>
          <pc:sldMk cId="0" sldId="257"/>
        </pc:sldMkLst>
        <pc:spChg chg="mod">
          <ac:chgData name="NIVETHA S" userId="effa5bfef15127c1" providerId="LiveId" clId="{71AE3A8A-58D0-467F-84FA-787382E2AA72}" dt="2026-08-16T07:30:32.257" v="1154" actId="2711"/>
          <ac:spMkLst>
            <pc:docMk/>
            <pc:sldMk cId="0" sldId="257"/>
            <ac:spMk id="104" creationId="{00000000-0000-0000-0000-000000000000}"/>
          </ac:spMkLst>
        </pc:spChg>
        <pc:spChg chg="mod">
          <ac:chgData name="NIVETHA S" userId="effa5bfef15127c1" providerId="LiveId" clId="{71AE3A8A-58D0-467F-84FA-787382E2AA72}" dt="2026-08-16T08:03:28.366" v="1299" actId="14100"/>
          <ac:spMkLst>
            <pc:docMk/>
            <pc:sldMk cId="0" sldId="257"/>
            <ac:spMk id="105" creationId="{00000000-0000-0000-0000-000000000000}"/>
          </ac:spMkLst>
        </pc:spChg>
      </pc:sldChg>
      <pc:sldChg chg="addSp delSp modSp mod">
        <pc:chgData name="NIVETHA S" userId="effa5bfef15127c1" providerId="LiveId" clId="{71AE3A8A-58D0-467F-84FA-787382E2AA72}" dt="2026-08-16T08:14:38.906" v="1487" actId="20577"/>
        <pc:sldMkLst>
          <pc:docMk/>
          <pc:sldMk cId="2327667622" sldId="262"/>
        </pc:sldMkLst>
        <pc:spChg chg="add mod">
          <ac:chgData name="NIVETHA S" userId="effa5bfef15127c1" providerId="LiveId" clId="{71AE3A8A-58D0-467F-84FA-787382E2AA72}" dt="2026-08-16T08:13:50.892" v="1469" actId="1076"/>
          <ac:spMkLst>
            <pc:docMk/>
            <pc:sldMk cId="2327667622" sldId="262"/>
            <ac:spMk id="2" creationId="{31F74C91-602B-0B46-39B7-330A1F578385}"/>
          </ac:spMkLst>
        </pc:spChg>
        <pc:spChg chg="add mod">
          <ac:chgData name="NIVETHA S" userId="effa5bfef15127c1" providerId="LiveId" clId="{71AE3A8A-58D0-467F-84FA-787382E2AA72}" dt="2026-08-16T08:13:54.195" v="1470" actId="1076"/>
          <ac:spMkLst>
            <pc:docMk/>
            <pc:sldMk cId="2327667622" sldId="262"/>
            <ac:spMk id="4" creationId="{CEDB8792-A945-B7AA-3231-CC8BAFA552A9}"/>
          </ac:spMkLst>
        </pc:spChg>
        <pc:spChg chg="add mod">
          <ac:chgData name="NIVETHA S" userId="effa5bfef15127c1" providerId="LiveId" clId="{71AE3A8A-58D0-467F-84FA-787382E2AA72}" dt="2026-08-13T14:03:49.129" v="695" actId="1076"/>
          <ac:spMkLst>
            <pc:docMk/>
            <pc:sldMk cId="2327667622" sldId="262"/>
            <ac:spMk id="6" creationId="{68B1B7E9-153D-7FBE-6C41-88C9CD8EC5A2}"/>
          </ac:spMkLst>
        </pc:spChg>
        <pc:spChg chg="add del mod">
          <ac:chgData name="NIVETHA S" userId="effa5bfef15127c1" providerId="LiveId" clId="{71AE3A8A-58D0-467F-84FA-787382E2AA72}" dt="2026-08-16T08:09:33.786" v="1438"/>
          <ac:spMkLst>
            <pc:docMk/>
            <pc:sldMk cId="2327667622" sldId="262"/>
            <ac:spMk id="7" creationId="{9C32B65F-0F67-E54C-7BF6-C375447E94C6}"/>
          </ac:spMkLst>
        </pc:spChg>
        <pc:spChg chg="add mod">
          <ac:chgData name="NIVETHA S" userId="effa5bfef15127c1" providerId="LiveId" clId="{71AE3A8A-58D0-467F-84FA-787382E2AA72}" dt="2026-08-13T14:26:10.013" v="774" actId="5793"/>
          <ac:spMkLst>
            <pc:docMk/>
            <pc:sldMk cId="2327667622" sldId="262"/>
            <ac:spMk id="8" creationId="{96D0AC94-F234-A11F-E885-CD80D81945F5}"/>
          </ac:spMkLst>
        </pc:spChg>
        <pc:spChg chg="add mod">
          <ac:chgData name="NIVETHA S" userId="effa5bfef15127c1" providerId="LiveId" clId="{71AE3A8A-58D0-467F-84FA-787382E2AA72}" dt="2026-08-16T08:14:29.144" v="1484" actId="20577"/>
          <ac:spMkLst>
            <pc:docMk/>
            <pc:sldMk cId="2327667622" sldId="262"/>
            <ac:spMk id="10" creationId="{70F3934B-3B27-E73A-4DEA-EF1A9E634FDF}"/>
          </ac:spMkLst>
        </pc:spChg>
        <pc:spChg chg="add mod">
          <ac:chgData name="NIVETHA S" userId="effa5bfef15127c1" providerId="LiveId" clId="{71AE3A8A-58D0-467F-84FA-787382E2AA72}" dt="2026-08-16T08:14:38.906" v="1487" actId="20577"/>
          <ac:spMkLst>
            <pc:docMk/>
            <pc:sldMk cId="2327667622" sldId="262"/>
            <ac:spMk id="11" creationId="{C135D633-74B2-B161-EB90-F7FA4C13D229}"/>
          </ac:spMkLst>
        </pc:spChg>
        <pc:picChg chg="add mod">
          <ac:chgData name="NIVETHA S" userId="effa5bfef15127c1" providerId="LiveId" clId="{71AE3A8A-58D0-467F-84FA-787382E2AA72}" dt="2026-08-16T08:14:02.276" v="1472" actId="1076"/>
          <ac:picMkLst>
            <pc:docMk/>
            <pc:sldMk cId="2327667622" sldId="262"/>
            <ac:picMk id="3" creationId="{AA4504E0-25DC-9EC1-12ED-D997EEA464BB}"/>
          </ac:picMkLst>
        </pc:picChg>
        <pc:picChg chg="add mod modCrop">
          <ac:chgData name="NIVETHA S" userId="effa5bfef15127c1" providerId="LiveId" clId="{71AE3A8A-58D0-467F-84FA-787382E2AA72}" dt="2026-08-16T08:09:26.180" v="1432" actId="14100"/>
          <ac:picMkLst>
            <pc:docMk/>
            <pc:sldMk cId="2327667622" sldId="262"/>
            <ac:picMk id="5" creationId="{6E60A0AD-6A76-6891-A8BA-E4816A19184E}"/>
          </ac:picMkLst>
        </pc:picChg>
      </pc:sldChg>
      <pc:sldChg chg="addSp delSp modSp mod">
        <pc:chgData name="NIVETHA S" userId="effa5bfef15127c1" providerId="LiveId" clId="{71AE3A8A-58D0-467F-84FA-787382E2AA72}" dt="2026-08-16T08:15:28.210" v="1505" actId="20577"/>
        <pc:sldMkLst>
          <pc:docMk/>
          <pc:sldMk cId="2100476552" sldId="263"/>
        </pc:sldMkLst>
        <pc:spChg chg="add del mod">
          <ac:chgData name="NIVETHA S" userId="effa5bfef15127c1" providerId="LiveId" clId="{71AE3A8A-58D0-467F-84FA-787382E2AA72}" dt="2026-08-16T08:09:10.672" v="1428"/>
          <ac:spMkLst>
            <pc:docMk/>
            <pc:sldMk cId="2100476552" sldId="263"/>
            <ac:spMk id="2" creationId="{372C6755-B974-70B3-E843-DA2FE873D7A1}"/>
          </ac:spMkLst>
        </pc:spChg>
        <pc:spChg chg="add mod">
          <ac:chgData name="NIVETHA S" userId="effa5bfef15127c1" providerId="LiveId" clId="{71AE3A8A-58D0-467F-84FA-787382E2AA72}" dt="2026-08-16T08:13:33.636" v="1466" actId="1076"/>
          <ac:spMkLst>
            <pc:docMk/>
            <pc:sldMk cId="2100476552" sldId="263"/>
            <ac:spMk id="4" creationId="{1F762409-B9E3-3A02-6F0D-F56B0BD11FF8}"/>
          </ac:spMkLst>
        </pc:spChg>
        <pc:spChg chg="add mod">
          <ac:chgData name="NIVETHA S" userId="effa5bfef15127c1" providerId="LiveId" clId="{71AE3A8A-58D0-467F-84FA-787382E2AA72}" dt="2026-08-16T08:15:28.210" v="1505" actId="20577"/>
          <ac:spMkLst>
            <pc:docMk/>
            <pc:sldMk cId="2100476552" sldId="263"/>
            <ac:spMk id="5" creationId="{CC34F2FF-F727-8DC2-2325-0F03CCED4C3C}"/>
          </ac:spMkLst>
        </pc:spChg>
        <pc:spChg chg="add mod">
          <ac:chgData name="NIVETHA S" userId="effa5bfef15127c1" providerId="LiveId" clId="{71AE3A8A-58D0-467F-84FA-787382E2AA72}" dt="2026-08-13T14:25:17.934" v="761" actId="1076"/>
          <ac:spMkLst>
            <pc:docMk/>
            <pc:sldMk cId="2100476552" sldId="263"/>
            <ac:spMk id="7" creationId="{D1195793-9863-FCF8-1865-0091E6DF7D8F}"/>
          </ac:spMkLst>
        </pc:spChg>
        <pc:spChg chg="add mod">
          <ac:chgData name="NIVETHA S" userId="effa5bfef15127c1" providerId="LiveId" clId="{71AE3A8A-58D0-467F-84FA-787382E2AA72}" dt="2026-08-13T14:26:03.681" v="772" actId="5793"/>
          <ac:spMkLst>
            <pc:docMk/>
            <pc:sldMk cId="2100476552" sldId="263"/>
            <ac:spMk id="9" creationId="{87AAD432-F44B-DE26-D5A6-C81EA7520E2D}"/>
          </ac:spMkLst>
        </pc:spChg>
        <pc:spChg chg="add del mod">
          <ac:chgData name="NIVETHA S" userId="effa5bfef15127c1" providerId="LiveId" clId="{71AE3A8A-58D0-467F-84FA-787382E2AA72}" dt="2026-08-16T08:14:52.872" v="1492"/>
          <ac:spMkLst>
            <pc:docMk/>
            <pc:sldMk cId="2100476552" sldId="263"/>
            <ac:spMk id="10" creationId="{DBAE7DBE-956B-A8F6-CA84-CB7A3863A8A8}"/>
          </ac:spMkLst>
        </pc:spChg>
        <pc:spChg chg="add del">
          <ac:chgData name="NIVETHA S" userId="effa5bfef15127c1" providerId="LiveId" clId="{71AE3A8A-58D0-467F-84FA-787382E2AA72}" dt="2026-08-16T08:14:50.265" v="1490" actId="22"/>
          <ac:spMkLst>
            <pc:docMk/>
            <pc:sldMk cId="2100476552" sldId="263"/>
            <ac:spMk id="12" creationId="{EAD9D65F-2E3B-F1D6-D27F-8FFC3EB33A89}"/>
          </ac:spMkLst>
        </pc:spChg>
        <pc:spChg chg="add mod">
          <ac:chgData name="NIVETHA S" userId="effa5bfef15127c1" providerId="LiveId" clId="{71AE3A8A-58D0-467F-84FA-787382E2AA72}" dt="2026-08-16T08:15:18.745" v="1502" actId="1076"/>
          <ac:spMkLst>
            <pc:docMk/>
            <pc:sldMk cId="2100476552" sldId="263"/>
            <ac:spMk id="13" creationId="{2A8EA2F3-524C-BFFD-0FA8-8EABDA775474}"/>
          </ac:spMkLst>
        </pc:spChg>
        <pc:picChg chg="add mod">
          <ac:chgData name="NIVETHA S" userId="effa5bfef15127c1" providerId="LiveId" clId="{71AE3A8A-58D0-467F-84FA-787382E2AA72}" dt="2026-08-16T08:13:38.940" v="1468" actId="1076"/>
          <ac:picMkLst>
            <pc:docMk/>
            <pc:sldMk cId="2100476552" sldId="263"/>
            <ac:picMk id="6" creationId="{DE173334-19D7-0BFD-C6B3-7E335E203AB0}"/>
          </ac:picMkLst>
        </pc:picChg>
        <pc:picChg chg="add mod">
          <ac:chgData name="NIVETHA S" userId="effa5bfef15127c1" providerId="LiveId" clId="{71AE3A8A-58D0-467F-84FA-787382E2AA72}" dt="2026-08-13T14:21:55.244" v="710" actId="1076"/>
          <ac:picMkLst>
            <pc:docMk/>
            <pc:sldMk cId="2100476552" sldId="263"/>
            <ac:picMk id="8" creationId="{5619610D-8BB5-E4CF-5AA3-25545407DD39}"/>
          </ac:picMkLst>
        </pc:picChg>
      </pc:sldChg>
      <pc:sldChg chg="addSp delSp modSp mod">
        <pc:chgData name="NIVETHA S" userId="effa5bfef15127c1" providerId="LiveId" clId="{71AE3A8A-58D0-467F-84FA-787382E2AA72}" dt="2026-08-16T08:16:08.694" v="1515" actId="20577"/>
        <pc:sldMkLst>
          <pc:docMk/>
          <pc:sldMk cId="2170583036" sldId="264"/>
        </pc:sldMkLst>
        <pc:spChg chg="add del mod">
          <ac:chgData name="NIVETHA S" userId="effa5bfef15127c1" providerId="LiveId" clId="{71AE3A8A-58D0-467F-84FA-787382E2AA72}" dt="2026-08-16T08:09:01.313" v="1422"/>
          <ac:spMkLst>
            <pc:docMk/>
            <pc:sldMk cId="2170583036" sldId="264"/>
            <ac:spMk id="2" creationId="{BDDD62CE-E223-92FD-0C37-8B1C57951A32}"/>
          </ac:spMkLst>
        </pc:spChg>
        <pc:spChg chg="add mod">
          <ac:chgData name="NIVETHA S" userId="effa5bfef15127c1" providerId="LiveId" clId="{71AE3A8A-58D0-467F-84FA-787382E2AA72}" dt="2026-08-13T14:26:18.933" v="775" actId="1076"/>
          <ac:spMkLst>
            <pc:docMk/>
            <pc:sldMk cId="2170583036" sldId="264"/>
            <ac:spMk id="3" creationId="{49F62905-858C-535A-6326-EEEFF607BC09}"/>
          </ac:spMkLst>
        </pc:spChg>
        <pc:spChg chg="add mod">
          <ac:chgData name="NIVETHA S" userId="effa5bfef15127c1" providerId="LiveId" clId="{71AE3A8A-58D0-467F-84FA-787382E2AA72}" dt="2026-08-13T14:27:03.005" v="786" actId="1076"/>
          <ac:spMkLst>
            <pc:docMk/>
            <pc:sldMk cId="2170583036" sldId="264"/>
            <ac:spMk id="4" creationId="{A6A9D7FD-106D-9EFD-DD3F-CB52E55A461A}"/>
          </ac:spMkLst>
        </pc:spChg>
        <pc:spChg chg="add mod">
          <ac:chgData name="NIVETHA S" userId="effa5bfef15127c1" providerId="LiveId" clId="{71AE3A8A-58D0-467F-84FA-787382E2AA72}" dt="2026-08-16T08:13:20.779" v="1463" actId="1076"/>
          <ac:spMkLst>
            <pc:docMk/>
            <pc:sldMk cId="2170583036" sldId="264"/>
            <ac:spMk id="6" creationId="{7985DC24-B56F-2B22-3A79-B3147A5F1337}"/>
          </ac:spMkLst>
        </pc:spChg>
        <pc:spChg chg="add mod">
          <ac:chgData name="NIVETHA S" userId="effa5bfef15127c1" providerId="LiveId" clId="{71AE3A8A-58D0-467F-84FA-787382E2AA72}" dt="2026-08-16T08:16:08.694" v="1515" actId="20577"/>
          <ac:spMkLst>
            <pc:docMk/>
            <pc:sldMk cId="2170583036" sldId="264"/>
            <ac:spMk id="7" creationId="{54C1357A-46AB-948C-2258-FBEEFB78F0D6}"/>
          </ac:spMkLst>
        </pc:spChg>
        <pc:spChg chg="add mod">
          <ac:chgData name="NIVETHA S" userId="effa5bfef15127c1" providerId="LiveId" clId="{71AE3A8A-58D0-467F-84FA-787382E2AA72}" dt="2026-08-16T08:16:02.861" v="1513" actId="14100"/>
          <ac:spMkLst>
            <pc:docMk/>
            <pc:sldMk cId="2170583036" sldId="264"/>
            <ac:spMk id="9" creationId="{E0E49D57-E047-A897-B817-C0220CC7152D}"/>
          </ac:spMkLst>
        </pc:spChg>
        <pc:picChg chg="add mod">
          <ac:chgData name="NIVETHA S" userId="effa5bfef15127c1" providerId="LiveId" clId="{71AE3A8A-58D0-467F-84FA-787382E2AA72}" dt="2026-08-16T08:13:27.906" v="1465" actId="1076"/>
          <ac:picMkLst>
            <pc:docMk/>
            <pc:sldMk cId="2170583036" sldId="264"/>
            <ac:picMk id="8" creationId="{EA2E72A9-FB56-F557-BAEF-7C95BCEB734E}"/>
          </ac:picMkLst>
        </pc:picChg>
        <pc:picChg chg="add mod">
          <ac:chgData name="NIVETHA S" userId="effa5bfef15127c1" providerId="LiveId" clId="{71AE3A8A-58D0-467F-84FA-787382E2AA72}" dt="2026-08-16T08:08:56.173" v="1417" actId="1076"/>
          <ac:picMkLst>
            <pc:docMk/>
            <pc:sldMk cId="2170583036" sldId="264"/>
            <ac:picMk id="10" creationId="{51E6AA35-55FE-A97F-26AA-1B1CE471339F}"/>
          </ac:picMkLst>
        </pc:picChg>
      </pc:sldChg>
      <pc:sldChg chg="addSp delSp modSp mod">
        <pc:chgData name="NIVETHA S" userId="effa5bfef15127c1" providerId="LiveId" clId="{71AE3A8A-58D0-467F-84FA-787382E2AA72}" dt="2026-08-16T08:16:37.177" v="1526" actId="1076"/>
        <pc:sldMkLst>
          <pc:docMk/>
          <pc:sldMk cId="1968446620" sldId="265"/>
        </pc:sldMkLst>
        <pc:spChg chg="add mod">
          <ac:chgData name="NIVETHA S" userId="effa5bfef15127c1" providerId="LiveId" clId="{71AE3A8A-58D0-467F-84FA-787382E2AA72}" dt="2026-08-16T08:13:07.926" v="1462" actId="14100"/>
          <ac:spMkLst>
            <pc:docMk/>
            <pc:sldMk cId="1968446620" sldId="265"/>
            <ac:spMk id="2" creationId="{FFD07643-C59C-AACF-26C7-2EC1A43CC342}"/>
          </ac:spMkLst>
        </pc:spChg>
        <pc:spChg chg="add del mod">
          <ac:chgData name="NIVETHA S" userId="effa5bfef15127c1" providerId="LiveId" clId="{71AE3A8A-58D0-467F-84FA-787382E2AA72}" dt="2026-08-16T08:08:44.448" v="1414"/>
          <ac:spMkLst>
            <pc:docMk/>
            <pc:sldMk cId="1968446620" sldId="265"/>
            <ac:spMk id="3" creationId="{A5AF6AD2-B001-880E-78D5-0B9B58E33A84}"/>
          </ac:spMkLst>
        </pc:spChg>
        <pc:spChg chg="add mod">
          <ac:chgData name="NIVETHA S" userId="effa5bfef15127c1" providerId="LiveId" clId="{71AE3A8A-58D0-467F-84FA-787382E2AA72}" dt="2026-08-13T14:28:19.571" v="804" actId="1076"/>
          <ac:spMkLst>
            <pc:docMk/>
            <pc:sldMk cId="1968446620" sldId="265"/>
            <ac:spMk id="5" creationId="{F0565DA1-6F49-7A60-3B10-5E14BF6A342C}"/>
          </ac:spMkLst>
        </pc:spChg>
        <pc:spChg chg="add mod">
          <ac:chgData name="NIVETHA S" userId="effa5bfef15127c1" providerId="LiveId" clId="{71AE3A8A-58D0-467F-84FA-787382E2AA72}" dt="2026-08-13T14:29:00.324" v="815" actId="1076"/>
          <ac:spMkLst>
            <pc:docMk/>
            <pc:sldMk cId="1968446620" sldId="265"/>
            <ac:spMk id="7" creationId="{D336920E-F0D5-EBD8-97E5-D62284509464}"/>
          </ac:spMkLst>
        </pc:spChg>
        <pc:spChg chg="add mod">
          <ac:chgData name="NIVETHA S" userId="effa5bfef15127c1" providerId="LiveId" clId="{71AE3A8A-58D0-467F-84FA-787382E2AA72}" dt="2026-08-16T08:16:17.763" v="1516" actId="1076"/>
          <ac:spMkLst>
            <pc:docMk/>
            <pc:sldMk cId="1968446620" sldId="265"/>
            <ac:spMk id="9" creationId="{C9DFE170-0AF5-02E0-9A89-4E34493AD297}"/>
          </ac:spMkLst>
        </pc:spChg>
        <pc:spChg chg="add mod">
          <ac:chgData name="NIVETHA S" userId="effa5bfef15127c1" providerId="LiveId" clId="{71AE3A8A-58D0-467F-84FA-787382E2AA72}" dt="2026-08-16T08:16:35.052" v="1525" actId="1076"/>
          <ac:spMkLst>
            <pc:docMk/>
            <pc:sldMk cId="1968446620" sldId="265"/>
            <ac:spMk id="10" creationId="{A07574C5-EB96-DAB7-4113-DCAB8E5A602B}"/>
          </ac:spMkLst>
        </pc:spChg>
        <pc:picChg chg="add mod">
          <ac:chgData name="NIVETHA S" userId="effa5bfef15127c1" providerId="LiveId" clId="{71AE3A8A-58D0-467F-84FA-787382E2AA72}" dt="2026-08-16T08:16:19.738" v="1517" actId="1076"/>
          <ac:picMkLst>
            <pc:docMk/>
            <pc:sldMk cId="1968446620" sldId="265"/>
            <ac:picMk id="4" creationId="{291EC967-007E-9798-9264-3D4AB3847ECD}"/>
          </ac:picMkLst>
        </pc:picChg>
        <pc:picChg chg="add mod">
          <ac:chgData name="NIVETHA S" userId="effa5bfef15127c1" providerId="LiveId" clId="{71AE3A8A-58D0-467F-84FA-787382E2AA72}" dt="2026-08-16T08:16:37.177" v="1526" actId="1076"/>
          <ac:picMkLst>
            <pc:docMk/>
            <pc:sldMk cId="1968446620" sldId="265"/>
            <ac:picMk id="6" creationId="{B5BA60BD-A35C-FCB0-D17A-65B7C2DE641E}"/>
          </ac:picMkLst>
        </pc:picChg>
      </pc:sldChg>
      <pc:sldChg chg="addSp delSp modSp mod">
        <pc:chgData name="NIVETHA S" userId="effa5bfef15127c1" providerId="LiveId" clId="{71AE3A8A-58D0-467F-84FA-787382E2AA72}" dt="2026-08-16T08:17:26.009" v="1543" actId="1076"/>
        <pc:sldMkLst>
          <pc:docMk/>
          <pc:sldMk cId="4262708956" sldId="266"/>
        </pc:sldMkLst>
        <pc:spChg chg="add mod">
          <ac:chgData name="NIVETHA S" userId="effa5bfef15127c1" providerId="LiveId" clId="{71AE3A8A-58D0-467F-84FA-787382E2AA72}" dt="2026-08-16T08:17:11.637" v="1540" actId="1076"/>
          <ac:spMkLst>
            <pc:docMk/>
            <pc:sldMk cId="4262708956" sldId="266"/>
            <ac:spMk id="2" creationId="{E96B9333-1B51-B1EA-DA9E-C113390F34B7}"/>
          </ac:spMkLst>
        </pc:spChg>
        <pc:spChg chg="add del mod">
          <ac:chgData name="NIVETHA S" userId="effa5bfef15127c1" providerId="LiveId" clId="{71AE3A8A-58D0-467F-84FA-787382E2AA72}" dt="2026-08-16T08:08:29.154" v="1408"/>
          <ac:spMkLst>
            <pc:docMk/>
            <pc:sldMk cId="4262708956" sldId="266"/>
            <ac:spMk id="3" creationId="{6428670F-36B2-012A-7DF7-88F572527AAB}"/>
          </ac:spMkLst>
        </pc:spChg>
        <pc:spChg chg="add mod">
          <ac:chgData name="NIVETHA S" userId="effa5bfef15127c1" providerId="LiveId" clId="{71AE3A8A-58D0-467F-84FA-787382E2AA72}" dt="2026-08-13T14:31:09.724" v="831" actId="1076"/>
          <ac:spMkLst>
            <pc:docMk/>
            <pc:sldMk cId="4262708956" sldId="266"/>
            <ac:spMk id="5" creationId="{13878CBE-5AB7-A7F0-767E-3DFDC9B23790}"/>
          </ac:spMkLst>
        </pc:spChg>
        <pc:spChg chg="add mod">
          <ac:chgData name="NIVETHA S" userId="effa5bfef15127c1" providerId="LiveId" clId="{71AE3A8A-58D0-467F-84FA-787382E2AA72}" dt="2026-08-13T14:31:52.108" v="842" actId="1076"/>
          <ac:spMkLst>
            <pc:docMk/>
            <pc:sldMk cId="4262708956" sldId="266"/>
            <ac:spMk id="7" creationId="{6083E312-EFB9-5125-99D7-264E32DC31B7}"/>
          </ac:spMkLst>
        </pc:spChg>
        <pc:spChg chg="add mod">
          <ac:chgData name="NIVETHA S" userId="effa5bfef15127c1" providerId="LiveId" clId="{71AE3A8A-58D0-467F-84FA-787382E2AA72}" dt="2026-08-16T08:16:47.243" v="1528" actId="1076"/>
          <ac:spMkLst>
            <pc:docMk/>
            <pc:sldMk cId="4262708956" sldId="266"/>
            <ac:spMk id="9" creationId="{89873F06-8F8F-3E5F-A907-FB8C0545CEB1}"/>
          </ac:spMkLst>
        </pc:spChg>
        <pc:spChg chg="add mod">
          <ac:chgData name="NIVETHA S" userId="effa5bfef15127c1" providerId="LiveId" clId="{71AE3A8A-58D0-467F-84FA-787382E2AA72}" dt="2026-08-16T08:17:24.418" v="1542" actId="1076"/>
          <ac:spMkLst>
            <pc:docMk/>
            <pc:sldMk cId="4262708956" sldId="266"/>
            <ac:spMk id="10" creationId="{8DC803B2-F8DC-38EF-BD10-5109B24CF240}"/>
          </ac:spMkLst>
        </pc:spChg>
        <pc:picChg chg="add mod">
          <ac:chgData name="NIVETHA S" userId="effa5bfef15127c1" providerId="LiveId" clId="{71AE3A8A-58D0-467F-84FA-787382E2AA72}" dt="2026-08-16T08:16:49.746" v="1529" actId="1076"/>
          <ac:picMkLst>
            <pc:docMk/>
            <pc:sldMk cId="4262708956" sldId="266"/>
            <ac:picMk id="4" creationId="{28922523-A35A-E501-6C2B-6A0E15E7F257}"/>
          </ac:picMkLst>
        </pc:picChg>
        <pc:picChg chg="add mod">
          <ac:chgData name="NIVETHA S" userId="effa5bfef15127c1" providerId="LiveId" clId="{71AE3A8A-58D0-467F-84FA-787382E2AA72}" dt="2026-08-16T08:17:26.009" v="1543" actId="1076"/>
          <ac:picMkLst>
            <pc:docMk/>
            <pc:sldMk cId="4262708956" sldId="266"/>
            <ac:picMk id="6" creationId="{F8155E7A-03B0-2C3D-D53C-77103B1952C3}"/>
          </ac:picMkLst>
        </pc:picChg>
        <pc:picChg chg="add del">
          <ac:chgData name="NIVETHA S" userId="effa5bfef15127c1" providerId="LiveId" clId="{71AE3A8A-58D0-467F-84FA-787382E2AA72}" dt="2026-08-16T08:17:02.098" v="1535" actId="22"/>
          <ac:picMkLst>
            <pc:docMk/>
            <pc:sldMk cId="4262708956" sldId="266"/>
            <ac:picMk id="12" creationId="{50CAEF84-1A0C-B4AC-4F8B-5B9E5B41048F}"/>
          </ac:picMkLst>
        </pc:picChg>
      </pc:sldChg>
      <pc:sldChg chg="addSp delSp modSp new mod">
        <pc:chgData name="NIVETHA S" userId="effa5bfef15127c1" providerId="LiveId" clId="{71AE3A8A-58D0-467F-84FA-787382E2AA72}" dt="2026-08-16T08:17:57.211" v="1553" actId="1076"/>
        <pc:sldMkLst>
          <pc:docMk/>
          <pc:sldMk cId="3595793573" sldId="267"/>
        </pc:sldMkLst>
        <pc:spChg chg="add mod">
          <ac:chgData name="NIVETHA S" userId="effa5bfef15127c1" providerId="LiveId" clId="{71AE3A8A-58D0-467F-84FA-787382E2AA72}" dt="2026-08-16T08:12:12.655" v="1455" actId="14100"/>
          <ac:spMkLst>
            <pc:docMk/>
            <pc:sldMk cId="3595793573" sldId="267"/>
            <ac:spMk id="2" creationId="{3E18A702-170D-3A35-57FD-6A064B6C24D0}"/>
          </ac:spMkLst>
        </pc:spChg>
        <pc:spChg chg="add del mod">
          <ac:chgData name="NIVETHA S" userId="effa5bfef15127c1" providerId="LiveId" clId="{71AE3A8A-58D0-467F-84FA-787382E2AA72}" dt="2026-08-16T08:08:05.656" v="1399"/>
          <ac:spMkLst>
            <pc:docMk/>
            <pc:sldMk cId="3595793573" sldId="267"/>
            <ac:spMk id="3" creationId="{45F433E4-3EF6-6CAE-1E31-03556442DA42}"/>
          </ac:spMkLst>
        </pc:spChg>
        <pc:spChg chg="add mod">
          <ac:chgData name="NIVETHA S" userId="effa5bfef15127c1" providerId="LiveId" clId="{71AE3A8A-58D0-467F-84FA-787382E2AA72}" dt="2026-08-13T14:32:00.498" v="843" actId="1076"/>
          <ac:spMkLst>
            <pc:docMk/>
            <pc:sldMk cId="3595793573" sldId="267"/>
            <ac:spMk id="5" creationId="{EADB444A-AB4C-3BEB-B74C-015C662840AF}"/>
          </ac:spMkLst>
        </pc:spChg>
        <pc:spChg chg="add mod">
          <ac:chgData name="NIVETHA S" userId="effa5bfef15127c1" providerId="LiveId" clId="{71AE3A8A-58D0-467F-84FA-787382E2AA72}" dt="2026-08-13T14:34:10.882" v="877" actId="1076"/>
          <ac:spMkLst>
            <pc:docMk/>
            <pc:sldMk cId="3595793573" sldId="267"/>
            <ac:spMk id="7" creationId="{636B16BE-BC92-7D4C-7C2A-1D79B4BD8362}"/>
          </ac:spMkLst>
        </pc:spChg>
        <pc:spChg chg="add mod">
          <ac:chgData name="NIVETHA S" userId="effa5bfef15127c1" providerId="LiveId" clId="{71AE3A8A-58D0-467F-84FA-787382E2AA72}" dt="2026-08-16T08:17:35.545" v="1545" actId="1076"/>
          <ac:spMkLst>
            <pc:docMk/>
            <pc:sldMk cId="3595793573" sldId="267"/>
            <ac:spMk id="9" creationId="{25C5D75C-F923-D57A-C748-47E164DCA8A1}"/>
          </ac:spMkLst>
        </pc:spChg>
        <pc:spChg chg="add mod">
          <ac:chgData name="NIVETHA S" userId="effa5bfef15127c1" providerId="LiveId" clId="{71AE3A8A-58D0-467F-84FA-787382E2AA72}" dt="2026-08-16T08:17:54.669" v="1552" actId="1076"/>
          <ac:spMkLst>
            <pc:docMk/>
            <pc:sldMk cId="3595793573" sldId="267"/>
            <ac:spMk id="10" creationId="{F7CCA711-EF48-F7ED-6982-A790CB6D588B}"/>
          </ac:spMkLst>
        </pc:spChg>
        <pc:picChg chg="add mod">
          <ac:chgData name="NIVETHA S" userId="effa5bfef15127c1" providerId="LiveId" clId="{71AE3A8A-58D0-467F-84FA-787382E2AA72}" dt="2026-08-16T08:17:37.865" v="1546" actId="1076"/>
          <ac:picMkLst>
            <pc:docMk/>
            <pc:sldMk cId="3595793573" sldId="267"/>
            <ac:picMk id="4" creationId="{3313397D-43FB-07AC-A446-A8ADC50F5018}"/>
          </ac:picMkLst>
        </pc:picChg>
        <pc:picChg chg="add mod modCrop">
          <ac:chgData name="NIVETHA S" userId="effa5bfef15127c1" providerId="LiveId" clId="{71AE3A8A-58D0-467F-84FA-787382E2AA72}" dt="2026-08-16T08:17:57.211" v="1553" actId="1076"/>
          <ac:picMkLst>
            <pc:docMk/>
            <pc:sldMk cId="3595793573" sldId="267"/>
            <ac:picMk id="6" creationId="{ED818D50-461C-2730-7071-EE5F262B3826}"/>
          </ac:picMkLst>
        </pc:picChg>
      </pc:sldChg>
      <pc:sldChg chg="addSp delSp modSp new mod">
        <pc:chgData name="NIVETHA S" userId="effa5bfef15127c1" providerId="LiveId" clId="{71AE3A8A-58D0-467F-84FA-787382E2AA72}" dt="2026-08-16T08:24:20.920" v="1563" actId="1076"/>
        <pc:sldMkLst>
          <pc:docMk/>
          <pc:sldMk cId="2893554909" sldId="268"/>
        </pc:sldMkLst>
        <pc:spChg chg="add mod">
          <ac:chgData name="NIVETHA S" userId="effa5bfef15127c1" providerId="LiveId" clId="{71AE3A8A-58D0-467F-84FA-787382E2AA72}" dt="2026-08-16T08:12:05.915" v="1454" actId="13900"/>
          <ac:spMkLst>
            <pc:docMk/>
            <pc:sldMk cId="2893554909" sldId="268"/>
            <ac:spMk id="2" creationId="{92737CD8-36DC-E449-BD71-FE8DC6CF3995}"/>
          </ac:spMkLst>
        </pc:spChg>
        <pc:spChg chg="add del mod">
          <ac:chgData name="NIVETHA S" userId="effa5bfef15127c1" providerId="LiveId" clId="{71AE3A8A-58D0-467F-84FA-787382E2AA72}" dt="2026-08-16T08:07:42.801" v="1390"/>
          <ac:spMkLst>
            <pc:docMk/>
            <pc:sldMk cId="2893554909" sldId="268"/>
            <ac:spMk id="3" creationId="{65234676-9E85-9337-DE92-0018235D46FD}"/>
          </ac:spMkLst>
        </pc:spChg>
        <pc:spChg chg="add mod">
          <ac:chgData name="NIVETHA S" userId="effa5bfef15127c1" providerId="LiveId" clId="{71AE3A8A-58D0-467F-84FA-787382E2AA72}" dt="2026-08-13T14:23:04.243" v="727" actId="1076"/>
          <ac:spMkLst>
            <pc:docMk/>
            <pc:sldMk cId="2893554909" sldId="268"/>
            <ac:spMk id="5" creationId="{2E804D60-FF15-E8BD-144E-82873FE21FCA}"/>
          </ac:spMkLst>
        </pc:spChg>
        <pc:spChg chg="add mod">
          <ac:chgData name="NIVETHA S" userId="effa5bfef15127c1" providerId="LiveId" clId="{71AE3A8A-58D0-467F-84FA-787382E2AA72}" dt="2026-08-13T14:36:47.625" v="902" actId="1076"/>
          <ac:spMkLst>
            <pc:docMk/>
            <pc:sldMk cId="2893554909" sldId="268"/>
            <ac:spMk id="7" creationId="{B0C9C5E6-526E-3EB5-CE47-538A5AF49558}"/>
          </ac:spMkLst>
        </pc:spChg>
        <pc:spChg chg="add mod">
          <ac:chgData name="NIVETHA S" userId="effa5bfef15127c1" providerId="LiveId" clId="{71AE3A8A-58D0-467F-84FA-787382E2AA72}" dt="2026-08-16T08:24:11.465" v="1560" actId="1076"/>
          <ac:spMkLst>
            <pc:docMk/>
            <pc:sldMk cId="2893554909" sldId="268"/>
            <ac:spMk id="9" creationId="{5B9050A3-B7A1-23B9-B7C1-A50B1D819A37}"/>
          </ac:spMkLst>
        </pc:spChg>
        <pc:spChg chg="add mod">
          <ac:chgData name="NIVETHA S" userId="effa5bfef15127c1" providerId="LiveId" clId="{71AE3A8A-58D0-467F-84FA-787382E2AA72}" dt="2026-08-16T08:24:20.920" v="1563" actId="1076"/>
          <ac:spMkLst>
            <pc:docMk/>
            <pc:sldMk cId="2893554909" sldId="268"/>
            <ac:spMk id="10" creationId="{80073ADB-8B4C-5D57-ABE9-A6F634650013}"/>
          </ac:spMkLst>
        </pc:spChg>
        <pc:picChg chg="add mod">
          <ac:chgData name="NIVETHA S" userId="effa5bfef15127c1" providerId="LiveId" clId="{71AE3A8A-58D0-467F-84FA-787382E2AA72}" dt="2026-08-16T08:24:13.800" v="1561" actId="1076"/>
          <ac:picMkLst>
            <pc:docMk/>
            <pc:sldMk cId="2893554909" sldId="268"/>
            <ac:picMk id="4" creationId="{73256A48-BB33-4375-E071-51FBCF820AC2}"/>
          </ac:picMkLst>
        </pc:picChg>
        <pc:picChg chg="add mod">
          <ac:chgData name="NIVETHA S" userId="effa5bfef15127c1" providerId="LiveId" clId="{71AE3A8A-58D0-467F-84FA-787382E2AA72}" dt="2026-08-16T08:24:15.896" v="1562" actId="1076"/>
          <ac:picMkLst>
            <pc:docMk/>
            <pc:sldMk cId="2893554909" sldId="268"/>
            <ac:picMk id="6" creationId="{A2C73B05-1D07-9A8F-48E5-96AC8B0598C7}"/>
          </ac:picMkLst>
        </pc:picChg>
      </pc:sldChg>
      <pc:sldChg chg="addSp delSp modSp new mod">
        <pc:chgData name="NIVETHA S" userId="effa5bfef15127c1" providerId="LiveId" clId="{71AE3A8A-58D0-467F-84FA-787382E2AA72}" dt="2026-08-16T08:25:12.903" v="1573" actId="1076"/>
        <pc:sldMkLst>
          <pc:docMk/>
          <pc:sldMk cId="254360743" sldId="269"/>
        </pc:sldMkLst>
        <pc:spChg chg="add mod">
          <ac:chgData name="NIVETHA S" userId="effa5bfef15127c1" providerId="LiveId" clId="{71AE3A8A-58D0-467F-84FA-787382E2AA72}" dt="2026-08-16T08:11:13.669" v="1448" actId="14100"/>
          <ac:spMkLst>
            <pc:docMk/>
            <pc:sldMk cId="254360743" sldId="269"/>
            <ac:spMk id="2" creationId="{ACEE8739-3E0D-1E7A-9699-9CDD6AA160CD}"/>
          </ac:spMkLst>
        </pc:spChg>
        <pc:spChg chg="add del mod">
          <ac:chgData name="NIVETHA S" userId="effa5bfef15127c1" providerId="LiveId" clId="{71AE3A8A-58D0-467F-84FA-787382E2AA72}" dt="2026-08-16T08:07:21.691" v="1381"/>
          <ac:spMkLst>
            <pc:docMk/>
            <pc:sldMk cId="254360743" sldId="269"/>
            <ac:spMk id="3" creationId="{4C774C43-7BF9-96CB-E0FB-51FA679DC277}"/>
          </ac:spMkLst>
        </pc:spChg>
        <pc:spChg chg="add mod">
          <ac:chgData name="NIVETHA S" userId="effa5bfef15127c1" providerId="LiveId" clId="{71AE3A8A-58D0-467F-84FA-787382E2AA72}" dt="2026-08-13T14:23:17.484" v="732" actId="1076"/>
          <ac:spMkLst>
            <pc:docMk/>
            <pc:sldMk cId="254360743" sldId="269"/>
            <ac:spMk id="5" creationId="{C83E29C9-82EA-D22D-4651-BBC483F651AD}"/>
          </ac:spMkLst>
        </pc:spChg>
        <pc:spChg chg="add mod">
          <ac:chgData name="NIVETHA S" userId="effa5bfef15127c1" providerId="LiveId" clId="{71AE3A8A-58D0-467F-84FA-787382E2AA72}" dt="2026-08-13T17:11:35.314" v="928" actId="1076"/>
          <ac:spMkLst>
            <pc:docMk/>
            <pc:sldMk cId="254360743" sldId="269"/>
            <ac:spMk id="7" creationId="{506F1080-82E5-49F6-B9C7-D3E3CAAC5788}"/>
          </ac:spMkLst>
        </pc:spChg>
        <pc:spChg chg="add mod">
          <ac:chgData name="NIVETHA S" userId="effa5bfef15127c1" providerId="LiveId" clId="{71AE3A8A-58D0-467F-84FA-787382E2AA72}" dt="2026-08-16T08:24:29.960" v="1564" actId="1076"/>
          <ac:spMkLst>
            <pc:docMk/>
            <pc:sldMk cId="254360743" sldId="269"/>
            <ac:spMk id="9" creationId="{A55CA6A4-5952-4CAF-C886-13B95D584B73}"/>
          </ac:spMkLst>
        </pc:spChg>
        <pc:spChg chg="add mod">
          <ac:chgData name="NIVETHA S" userId="effa5bfef15127c1" providerId="LiveId" clId="{71AE3A8A-58D0-467F-84FA-787382E2AA72}" dt="2026-08-16T08:25:10.536" v="1572" actId="1076"/>
          <ac:spMkLst>
            <pc:docMk/>
            <pc:sldMk cId="254360743" sldId="269"/>
            <ac:spMk id="10" creationId="{A8085422-F52C-02F7-34E0-C83C83C3F8E3}"/>
          </ac:spMkLst>
        </pc:spChg>
        <pc:picChg chg="add mod">
          <ac:chgData name="NIVETHA S" userId="effa5bfef15127c1" providerId="LiveId" clId="{71AE3A8A-58D0-467F-84FA-787382E2AA72}" dt="2026-08-16T08:24:32.673" v="1565" actId="1076"/>
          <ac:picMkLst>
            <pc:docMk/>
            <pc:sldMk cId="254360743" sldId="269"/>
            <ac:picMk id="4" creationId="{942FFF38-0EB8-78A8-E440-BD89F89F3BA1}"/>
          </ac:picMkLst>
        </pc:picChg>
        <pc:picChg chg="add mod">
          <ac:chgData name="NIVETHA S" userId="effa5bfef15127c1" providerId="LiveId" clId="{71AE3A8A-58D0-467F-84FA-787382E2AA72}" dt="2026-08-16T08:25:12.903" v="1573" actId="1076"/>
          <ac:picMkLst>
            <pc:docMk/>
            <pc:sldMk cId="254360743" sldId="269"/>
            <ac:picMk id="6" creationId="{8E9266CB-C7B1-62EB-C4D5-8BE0C0F8AD64}"/>
          </ac:picMkLst>
        </pc:picChg>
      </pc:sldChg>
      <pc:sldChg chg="addSp delSp modSp new mod">
        <pc:chgData name="NIVETHA S" userId="effa5bfef15127c1" providerId="LiveId" clId="{71AE3A8A-58D0-467F-84FA-787382E2AA72}" dt="2026-08-16T08:30:18.231" v="1585" actId="1076"/>
        <pc:sldMkLst>
          <pc:docMk/>
          <pc:sldMk cId="1393436686" sldId="270"/>
        </pc:sldMkLst>
        <pc:spChg chg="add mod">
          <ac:chgData name="NIVETHA S" userId="effa5bfef15127c1" providerId="LiveId" clId="{71AE3A8A-58D0-467F-84FA-787382E2AA72}" dt="2026-08-14T05:30:17.097" v="1064"/>
          <ac:spMkLst>
            <pc:docMk/>
            <pc:sldMk cId="1393436686" sldId="270"/>
            <ac:spMk id="2" creationId="{6CE7EAF7-5576-A46A-3C45-C75E5023AA88}"/>
          </ac:spMkLst>
        </pc:spChg>
        <pc:spChg chg="add del mod">
          <ac:chgData name="NIVETHA S" userId="effa5bfef15127c1" providerId="LiveId" clId="{71AE3A8A-58D0-467F-84FA-787382E2AA72}" dt="2026-08-16T08:06:17.680" v="1367"/>
          <ac:spMkLst>
            <pc:docMk/>
            <pc:sldMk cId="1393436686" sldId="270"/>
            <ac:spMk id="3" creationId="{9CBCC9FD-F061-2844-06F6-906F0DA9807C}"/>
          </ac:spMkLst>
        </pc:spChg>
        <pc:spChg chg="add mod">
          <ac:chgData name="NIVETHA S" userId="effa5bfef15127c1" providerId="LiveId" clId="{71AE3A8A-58D0-467F-84FA-787382E2AA72}" dt="2026-08-13T14:23:25.611" v="735" actId="1076"/>
          <ac:spMkLst>
            <pc:docMk/>
            <pc:sldMk cId="1393436686" sldId="270"/>
            <ac:spMk id="5" creationId="{7CE6C413-7EB6-5884-64DA-1D23D36DEA0F}"/>
          </ac:spMkLst>
        </pc:spChg>
        <pc:spChg chg="add mod">
          <ac:chgData name="NIVETHA S" userId="effa5bfef15127c1" providerId="LiveId" clId="{71AE3A8A-58D0-467F-84FA-787382E2AA72}" dt="2026-08-13T17:10:48.048" v="917" actId="1076"/>
          <ac:spMkLst>
            <pc:docMk/>
            <pc:sldMk cId="1393436686" sldId="270"/>
            <ac:spMk id="7" creationId="{C17706DA-41F9-94C1-6A39-4694EFCCF025}"/>
          </ac:spMkLst>
        </pc:spChg>
        <pc:spChg chg="add mod">
          <ac:chgData name="NIVETHA S" userId="effa5bfef15127c1" providerId="LiveId" clId="{71AE3A8A-58D0-467F-84FA-787382E2AA72}" dt="2026-08-16T08:27:34.920" v="1574" actId="1076"/>
          <ac:spMkLst>
            <pc:docMk/>
            <pc:sldMk cId="1393436686" sldId="270"/>
            <ac:spMk id="9" creationId="{D6F5FCFB-EE5D-D828-6CD9-D879589115FF}"/>
          </ac:spMkLst>
        </pc:spChg>
        <pc:spChg chg="add mod">
          <ac:chgData name="NIVETHA S" userId="effa5bfef15127c1" providerId="LiveId" clId="{71AE3A8A-58D0-467F-84FA-787382E2AA72}" dt="2026-08-16T08:30:16.032" v="1584" actId="1076"/>
          <ac:spMkLst>
            <pc:docMk/>
            <pc:sldMk cId="1393436686" sldId="270"/>
            <ac:spMk id="10" creationId="{CE327CD1-A462-BA32-C6C0-650888B67370}"/>
          </ac:spMkLst>
        </pc:spChg>
        <pc:picChg chg="add mod">
          <ac:chgData name="NIVETHA S" userId="effa5bfef15127c1" providerId="LiveId" clId="{71AE3A8A-58D0-467F-84FA-787382E2AA72}" dt="2026-08-16T08:29:50.280" v="1576" actId="1076"/>
          <ac:picMkLst>
            <pc:docMk/>
            <pc:sldMk cId="1393436686" sldId="270"/>
            <ac:picMk id="4" creationId="{508F598A-E8D5-2A73-7DDF-A792EAFA90EA}"/>
          </ac:picMkLst>
        </pc:picChg>
        <pc:picChg chg="add mod">
          <ac:chgData name="NIVETHA S" userId="effa5bfef15127c1" providerId="LiveId" clId="{71AE3A8A-58D0-467F-84FA-787382E2AA72}" dt="2026-08-16T08:30:18.231" v="1585" actId="1076"/>
          <ac:picMkLst>
            <pc:docMk/>
            <pc:sldMk cId="1393436686" sldId="270"/>
            <ac:picMk id="6" creationId="{2ED3B8BD-847C-1301-88AB-BD2A779FE6F1}"/>
          </ac:picMkLst>
        </pc:picChg>
      </pc:sldChg>
      <pc:sldChg chg="addSp delSp modSp new mod">
        <pc:chgData name="NIVETHA S" userId="effa5bfef15127c1" providerId="LiveId" clId="{71AE3A8A-58D0-467F-84FA-787382E2AA72}" dt="2026-08-16T08:31:03.223" v="1596" actId="1076"/>
        <pc:sldMkLst>
          <pc:docMk/>
          <pc:sldMk cId="2242232366" sldId="271"/>
        </pc:sldMkLst>
        <pc:spChg chg="add mod">
          <ac:chgData name="NIVETHA S" userId="effa5bfef15127c1" providerId="LiveId" clId="{71AE3A8A-58D0-467F-84FA-787382E2AA72}" dt="2026-08-16T08:11:03.115" v="1447" actId="14100"/>
          <ac:spMkLst>
            <pc:docMk/>
            <pc:sldMk cId="2242232366" sldId="271"/>
            <ac:spMk id="2" creationId="{B74B6AA2-0239-BFFA-167A-A0A7952413A7}"/>
          </ac:spMkLst>
        </pc:spChg>
        <pc:spChg chg="add del mod">
          <ac:chgData name="NIVETHA S" userId="effa5bfef15127c1" providerId="LiveId" clId="{71AE3A8A-58D0-467F-84FA-787382E2AA72}" dt="2026-08-16T08:06:08.780" v="1361"/>
          <ac:spMkLst>
            <pc:docMk/>
            <pc:sldMk cId="2242232366" sldId="271"/>
            <ac:spMk id="3" creationId="{765A07E6-9F07-DA29-C95A-194ACD6E5844}"/>
          </ac:spMkLst>
        </pc:spChg>
        <pc:spChg chg="add mod">
          <ac:chgData name="NIVETHA S" userId="effa5bfef15127c1" providerId="LiveId" clId="{71AE3A8A-58D0-467F-84FA-787382E2AA72}" dt="2026-08-13T17:11:56.448" v="929" actId="1076"/>
          <ac:spMkLst>
            <pc:docMk/>
            <pc:sldMk cId="2242232366" sldId="271"/>
            <ac:spMk id="5" creationId="{790208BE-4265-0E0C-A485-E92C59289A12}"/>
          </ac:spMkLst>
        </pc:spChg>
        <pc:spChg chg="add mod">
          <ac:chgData name="NIVETHA S" userId="effa5bfef15127c1" providerId="LiveId" clId="{71AE3A8A-58D0-467F-84FA-787382E2AA72}" dt="2026-08-13T17:12:39.767" v="943" actId="1076"/>
          <ac:spMkLst>
            <pc:docMk/>
            <pc:sldMk cId="2242232366" sldId="271"/>
            <ac:spMk id="7" creationId="{A97D123C-548F-37F1-273F-86410F17FACA}"/>
          </ac:spMkLst>
        </pc:spChg>
        <pc:spChg chg="add mod">
          <ac:chgData name="NIVETHA S" userId="effa5bfef15127c1" providerId="LiveId" clId="{71AE3A8A-58D0-467F-84FA-787382E2AA72}" dt="2026-08-16T08:30:42.526" v="1588" actId="1076"/>
          <ac:spMkLst>
            <pc:docMk/>
            <pc:sldMk cId="2242232366" sldId="271"/>
            <ac:spMk id="9" creationId="{02CAA594-129D-945E-F753-4DD65A17F729}"/>
          </ac:spMkLst>
        </pc:spChg>
        <pc:spChg chg="add mod">
          <ac:chgData name="NIVETHA S" userId="effa5bfef15127c1" providerId="LiveId" clId="{71AE3A8A-58D0-467F-84FA-787382E2AA72}" dt="2026-08-16T08:31:01.312" v="1595" actId="1076"/>
          <ac:spMkLst>
            <pc:docMk/>
            <pc:sldMk cId="2242232366" sldId="271"/>
            <ac:spMk id="10" creationId="{4CBA6A0B-EF25-3DBF-30D1-883D5E2C9C81}"/>
          </ac:spMkLst>
        </pc:spChg>
        <pc:picChg chg="add mod">
          <ac:chgData name="NIVETHA S" userId="effa5bfef15127c1" providerId="LiveId" clId="{71AE3A8A-58D0-467F-84FA-787382E2AA72}" dt="2026-08-16T08:30:46.687" v="1589" actId="1076"/>
          <ac:picMkLst>
            <pc:docMk/>
            <pc:sldMk cId="2242232366" sldId="271"/>
            <ac:picMk id="4" creationId="{0F65EB3E-86E4-A411-3417-07C9D060EE2F}"/>
          </ac:picMkLst>
        </pc:picChg>
        <pc:picChg chg="add mod">
          <ac:chgData name="NIVETHA S" userId="effa5bfef15127c1" providerId="LiveId" clId="{71AE3A8A-58D0-467F-84FA-787382E2AA72}" dt="2026-08-16T08:31:03.223" v="1596" actId="1076"/>
          <ac:picMkLst>
            <pc:docMk/>
            <pc:sldMk cId="2242232366" sldId="271"/>
            <ac:picMk id="6" creationId="{2C435D6F-E6BC-1DDC-CBE6-BA6C9A7C1D5C}"/>
          </ac:picMkLst>
        </pc:picChg>
      </pc:sldChg>
      <pc:sldChg chg="addSp modSp new mod">
        <pc:chgData name="NIVETHA S" userId="effa5bfef15127c1" providerId="LiveId" clId="{71AE3A8A-58D0-467F-84FA-787382E2AA72}" dt="2026-08-16T08:34:57.054" v="1607" actId="1076"/>
        <pc:sldMkLst>
          <pc:docMk/>
          <pc:sldMk cId="2552746476" sldId="272"/>
        </pc:sldMkLst>
        <pc:spChg chg="add mod">
          <ac:chgData name="NIVETHA S" userId="effa5bfef15127c1" providerId="LiveId" clId="{71AE3A8A-58D0-467F-84FA-787382E2AA72}" dt="2026-08-16T08:10:52.178" v="1446" actId="20577"/>
          <ac:spMkLst>
            <pc:docMk/>
            <pc:sldMk cId="2552746476" sldId="272"/>
            <ac:spMk id="2" creationId="{0163598B-134D-0910-67BB-01F25D7BFF1C}"/>
          </ac:spMkLst>
        </pc:spChg>
        <pc:spChg chg="add mod">
          <ac:chgData name="NIVETHA S" userId="effa5bfef15127c1" providerId="LiveId" clId="{71AE3A8A-58D0-467F-84FA-787382E2AA72}" dt="2026-08-16T08:34:13.206" v="1598" actId="1076"/>
          <ac:spMkLst>
            <pc:docMk/>
            <pc:sldMk cId="2552746476" sldId="272"/>
            <ac:spMk id="3" creationId="{F9870A64-0283-077B-DA00-A4CD2EB3A7C6}"/>
          </ac:spMkLst>
        </pc:spChg>
        <pc:spChg chg="add mod">
          <ac:chgData name="NIVETHA S" userId="effa5bfef15127c1" providerId="LiveId" clId="{71AE3A8A-58D0-467F-84FA-787382E2AA72}" dt="2026-08-14T05:21:24.462" v="1034" actId="1076"/>
          <ac:spMkLst>
            <pc:docMk/>
            <pc:sldMk cId="2552746476" sldId="272"/>
            <ac:spMk id="5" creationId="{8057C2C9-018D-A88C-93EE-1CE54654FAE2}"/>
          </ac:spMkLst>
        </pc:spChg>
        <pc:spChg chg="add mod">
          <ac:chgData name="NIVETHA S" userId="effa5bfef15127c1" providerId="LiveId" clId="{71AE3A8A-58D0-467F-84FA-787382E2AA72}" dt="2026-08-13T17:14:14.607" v="961" actId="1076"/>
          <ac:spMkLst>
            <pc:docMk/>
            <pc:sldMk cId="2552746476" sldId="272"/>
            <ac:spMk id="7" creationId="{02FEACF3-2821-E1FB-0A20-E75AD851B23F}"/>
          </ac:spMkLst>
        </pc:spChg>
        <pc:spChg chg="add mod">
          <ac:chgData name="NIVETHA S" userId="effa5bfef15127c1" providerId="LiveId" clId="{71AE3A8A-58D0-467F-84FA-787382E2AA72}" dt="2026-08-16T08:34:54.679" v="1606" actId="1076"/>
          <ac:spMkLst>
            <pc:docMk/>
            <pc:sldMk cId="2552746476" sldId="272"/>
            <ac:spMk id="8" creationId="{0FD7389F-98A2-D7B1-06BA-9F0302E29340}"/>
          </ac:spMkLst>
        </pc:spChg>
        <pc:picChg chg="add mod">
          <ac:chgData name="NIVETHA S" userId="effa5bfef15127c1" providerId="LiveId" clId="{71AE3A8A-58D0-467F-84FA-787382E2AA72}" dt="2026-08-16T08:34:16.165" v="1599" actId="1076"/>
          <ac:picMkLst>
            <pc:docMk/>
            <pc:sldMk cId="2552746476" sldId="272"/>
            <ac:picMk id="4" creationId="{CB2C65EE-B51C-ED4D-F4C4-89765BDFD2BE}"/>
          </ac:picMkLst>
        </pc:picChg>
        <pc:picChg chg="add mod">
          <ac:chgData name="NIVETHA S" userId="effa5bfef15127c1" providerId="LiveId" clId="{71AE3A8A-58D0-467F-84FA-787382E2AA72}" dt="2026-08-16T08:34:57.054" v="1607" actId="1076"/>
          <ac:picMkLst>
            <pc:docMk/>
            <pc:sldMk cId="2552746476" sldId="272"/>
            <ac:picMk id="6" creationId="{565EA9F6-DCF7-2559-D200-2EA0E68A93D3}"/>
          </ac:picMkLst>
        </pc:picChg>
      </pc:sldChg>
      <pc:sldChg chg="addSp delSp modSp new mod modClrScheme chgLayout">
        <pc:chgData name="NIVETHA S" userId="effa5bfef15127c1" providerId="LiveId" clId="{71AE3A8A-58D0-467F-84FA-787382E2AA72}" dt="2026-08-16T08:05:02.694" v="1341" actId="1076"/>
        <pc:sldMkLst>
          <pc:docMk/>
          <pc:sldMk cId="2276263111" sldId="273"/>
        </pc:sldMkLst>
        <pc:spChg chg="add mod">
          <ac:chgData name="NIVETHA S" userId="effa5bfef15127c1" providerId="LiveId" clId="{71AE3A8A-58D0-467F-84FA-787382E2AA72}" dt="2026-08-16T08:05:02.694" v="1341" actId="1076"/>
          <ac:spMkLst>
            <pc:docMk/>
            <pc:sldMk cId="2276263111" sldId="273"/>
            <ac:spMk id="3" creationId="{47B514BB-5797-485B-D99B-1A6DB04087B6}"/>
          </ac:spMkLst>
        </pc:spChg>
        <pc:spChg chg="add del mod">
          <ac:chgData name="NIVETHA S" userId="effa5bfef15127c1" providerId="LiveId" clId="{71AE3A8A-58D0-467F-84FA-787382E2AA72}" dt="2026-08-16T08:04:25.009" v="1311" actId="478"/>
          <ac:spMkLst>
            <pc:docMk/>
            <pc:sldMk cId="2276263111" sldId="273"/>
            <ac:spMk id="5" creationId="{08CBBF5E-7998-4137-B6D7-D34F5C631359}"/>
          </ac:spMkLst>
        </pc:spChg>
        <pc:spChg chg="add mod">
          <ac:chgData name="NIVETHA S" userId="effa5bfef15127c1" providerId="LiveId" clId="{71AE3A8A-58D0-467F-84FA-787382E2AA72}" dt="2026-08-13T06:35:24.271" v="359" actId="5793"/>
          <ac:spMkLst>
            <pc:docMk/>
            <pc:sldMk cId="2276263111" sldId="273"/>
            <ac:spMk id="6" creationId="{D81F1AEA-2E14-C84F-12D7-AD10B51B8858}"/>
          </ac:spMkLst>
        </pc:spChg>
      </pc:sldChg>
      <pc:sldChg chg="addSp modSp new mod modClrScheme chgLayout">
        <pc:chgData name="NIVETHA S" userId="effa5bfef15127c1" providerId="LiveId" clId="{71AE3A8A-58D0-467F-84FA-787382E2AA72}" dt="2026-08-16T08:05:17.302" v="1344" actId="1076"/>
        <pc:sldMkLst>
          <pc:docMk/>
          <pc:sldMk cId="316317532" sldId="274"/>
        </pc:sldMkLst>
        <pc:spChg chg="add mod">
          <ac:chgData name="NIVETHA S" userId="effa5bfef15127c1" providerId="LiveId" clId="{71AE3A8A-58D0-467F-84FA-787382E2AA72}" dt="2026-08-16T08:05:17.302" v="1344" actId="1076"/>
          <ac:spMkLst>
            <pc:docMk/>
            <pc:sldMk cId="316317532" sldId="274"/>
            <ac:spMk id="2" creationId="{EF841CA8-22B6-A78F-19F8-27C3F0CE0F14}"/>
          </ac:spMkLst>
        </pc:spChg>
        <pc:spChg chg="add mod">
          <ac:chgData name="NIVETHA S" userId="effa5bfef15127c1" providerId="LiveId" clId="{71AE3A8A-58D0-467F-84FA-787382E2AA72}" dt="2026-08-13T06:37:08.587" v="402" actId="1076"/>
          <ac:spMkLst>
            <pc:docMk/>
            <pc:sldMk cId="316317532" sldId="274"/>
            <ac:spMk id="3" creationId="{EA6635B3-3E29-9AB6-8510-66D8958B4511}"/>
          </ac:spMkLst>
        </pc:spChg>
      </pc:sldChg>
      <pc:sldChg chg="addSp delSp modSp new add del mod">
        <pc:chgData name="NIVETHA S" userId="effa5bfef15127c1" providerId="LiveId" clId="{71AE3A8A-58D0-467F-84FA-787382E2AA72}" dt="2026-08-16T08:02:57.800" v="1293" actId="255"/>
        <pc:sldMkLst>
          <pc:docMk/>
          <pc:sldMk cId="3786332609" sldId="275"/>
        </pc:sldMkLst>
        <pc:spChg chg="mod">
          <ac:chgData name="NIVETHA S" userId="effa5bfef15127c1" providerId="LiveId" clId="{71AE3A8A-58D0-467F-84FA-787382E2AA72}" dt="2026-08-16T08:02:57.800" v="1293" actId="255"/>
          <ac:spMkLst>
            <pc:docMk/>
            <pc:sldMk cId="3786332609" sldId="275"/>
            <ac:spMk id="2" creationId="{A0B8B533-EBAA-9216-5A2A-3BBB214A782C}"/>
          </ac:spMkLst>
        </pc:spChg>
        <pc:spChg chg="mod">
          <ac:chgData name="NIVETHA S" userId="effa5bfef15127c1" providerId="LiveId" clId="{71AE3A8A-58D0-467F-84FA-787382E2AA72}" dt="2026-08-15T07:19:52.136" v="1126" actId="1076"/>
          <ac:spMkLst>
            <pc:docMk/>
            <pc:sldMk cId="3786332609" sldId="275"/>
            <ac:spMk id="3" creationId="{9B82BC59-5D69-233D-0A00-F03C5A83026E}"/>
          </ac:spMkLst>
        </pc:spChg>
      </pc:sldChg>
      <pc:sldChg chg="modSp new mod">
        <pc:chgData name="NIVETHA S" userId="effa5bfef15127c1" providerId="LiveId" clId="{71AE3A8A-58D0-467F-84FA-787382E2AA72}" dt="2026-08-16T08:03:11.741" v="1296" actId="14100"/>
        <pc:sldMkLst>
          <pc:docMk/>
          <pc:sldMk cId="1491209461" sldId="276"/>
        </pc:sldMkLst>
        <pc:spChg chg="mod">
          <ac:chgData name="NIVETHA S" userId="effa5bfef15127c1" providerId="LiveId" clId="{71AE3A8A-58D0-467F-84FA-787382E2AA72}" dt="2026-08-16T08:03:11.741" v="1296" actId="14100"/>
          <ac:spMkLst>
            <pc:docMk/>
            <pc:sldMk cId="1491209461" sldId="276"/>
            <ac:spMk id="2" creationId="{20743FB2-75F4-BB36-2185-D4D95D9D878E}"/>
          </ac:spMkLst>
        </pc:spChg>
        <pc:spChg chg="mod">
          <ac:chgData name="NIVETHA S" userId="effa5bfef15127c1" providerId="LiveId" clId="{71AE3A8A-58D0-467F-84FA-787382E2AA72}" dt="2026-08-12T19:11:05.004" v="303" actId="1076"/>
          <ac:spMkLst>
            <pc:docMk/>
            <pc:sldMk cId="1491209461" sldId="276"/>
            <ac:spMk id="3" creationId="{4FC2D6EC-E76C-C36B-FC43-C26458EF5B04}"/>
          </ac:spMkLst>
        </pc:spChg>
      </pc:sldChg>
      <pc:sldChg chg="addSp delSp modSp new mod">
        <pc:chgData name="NIVETHA S" userId="effa5bfef15127c1" providerId="LiveId" clId="{71AE3A8A-58D0-467F-84FA-787382E2AA72}" dt="2026-08-13T13:42:59.288" v="610" actId="255"/>
        <pc:sldMkLst>
          <pc:docMk/>
          <pc:sldMk cId="770727179" sldId="277"/>
        </pc:sldMkLst>
        <pc:spChg chg="add mod">
          <ac:chgData name="NIVETHA S" userId="effa5bfef15127c1" providerId="LiveId" clId="{71AE3A8A-58D0-467F-84FA-787382E2AA72}" dt="2026-08-13T13:42:59.288" v="610" actId="255"/>
          <ac:spMkLst>
            <pc:docMk/>
            <pc:sldMk cId="770727179" sldId="277"/>
            <ac:spMk id="5" creationId="{9DF53720-EC67-0B7F-7452-D7DAD1B1DD89}"/>
          </ac:spMkLst>
        </pc:spChg>
        <pc:picChg chg="add mod">
          <ac:chgData name="NIVETHA S" userId="effa5bfef15127c1" providerId="LiveId" clId="{71AE3A8A-58D0-467F-84FA-787382E2AA72}" dt="2026-08-13T13:42:34.998" v="595" actId="1076"/>
          <ac:picMkLst>
            <pc:docMk/>
            <pc:sldMk cId="770727179" sldId="277"/>
            <ac:picMk id="4" creationId="{6D28CAE3-B9E3-818F-FBD5-C1AA42885FB9}"/>
          </ac:picMkLst>
        </pc:picChg>
      </pc:sldChg>
      <pc:sldChg chg="addSp delSp modSp new mod modClrScheme chgLayout">
        <pc:chgData name="NIVETHA S" userId="effa5bfef15127c1" providerId="LiveId" clId="{71AE3A8A-58D0-467F-84FA-787382E2AA72}" dt="2026-08-16T08:35:16.194" v="1608" actId="20577"/>
        <pc:sldMkLst>
          <pc:docMk/>
          <pc:sldMk cId="1213606981" sldId="278"/>
        </pc:sldMkLst>
        <pc:spChg chg="mod ord">
          <ac:chgData name="NIVETHA S" userId="effa5bfef15127c1" providerId="LiveId" clId="{71AE3A8A-58D0-467F-84FA-787382E2AA72}" dt="2026-08-16T08:35:16.194" v="1608" actId="20577"/>
          <ac:spMkLst>
            <pc:docMk/>
            <pc:sldMk cId="1213606981" sldId="278"/>
            <ac:spMk id="2" creationId="{09A1387D-B992-4BEE-C718-45A0FDF774AE}"/>
          </ac:spMkLst>
        </pc:spChg>
        <pc:spChg chg="del mod ord">
          <ac:chgData name="NIVETHA S" userId="effa5bfef15127c1" providerId="LiveId" clId="{71AE3A8A-58D0-467F-84FA-787382E2AA72}" dt="2026-08-16T07:46:21.896" v="1167" actId="700"/>
          <ac:spMkLst>
            <pc:docMk/>
            <pc:sldMk cId="1213606981" sldId="278"/>
            <ac:spMk id="3" creationId="{5F35348A-4FA2-E773-3791-6C757204604D}"/>
          </ac:spMkLst>
        </pc:spChg>
        <pc:spChg chg="add mod ord">
          <ac:chgData name="NIVETHA S" userId="effa5bfef15127c1" providerId="LiveId" clId="{71AE3A8A-58D0-467F-84FA-787382E2AA72}" dt="2026-08-16T07:49:47.745" v="1252" actId="1076"/>
          <ac:spMkLst>
            <pc:docMk/>
            <pc:sldMk cId="1213606981" sldId="278"/>
            <ac:spMk id="4" creationId="{FD1F0AFB-9C4B-FC06-8B8E-580DF385D75E}"/>
          </ac:spMkLst>
        </pc:spChg>
        <pc:spChg chg="add mod ord">
          <ac:chgData name="NIVETHA S" userId="effa5bfef15127c1" providerId="LiveId" clId="{71AE3A8A-58D0-467F-84FA-787382E2AA72}" dt="2026-08-16T07:49:54.769" v="1254" actId="14100"/>
          <ac:spMkLst>
            <pc:docMk/>
            <pc:sldMk cId="1213606981" sldId="278"/>
            <ac:spMk id="5" creationId="{6595848B-5D65-FDE9-CAAF-3B7FCD852CC5}"/>
          </ac:spMkLst>
        </pc:spChg>
        <pc:spChg chg="add mod ord">
          <ac:chgData name="NIVETHA S" userId="effa5bfef15127c1" providerId="LiveId" clId="{71AE3A8A-58D0-467F-84FA-787382E2AA72}" dt="2026-08-16T07:50:17.089" v="1257" actId="1076"/>
          <ac:spMkLst>
            <pc:docMk/>
            <pc:sldMk cId="1213606981" sldId="278"/>
            <ac:spMk id="6" creationId="{16541D74-FCF4-674A-C7EE-6706B9E451BD}"/>
          </ac:spMkLst>
        </pc:spChg>
        <pc:spChg chg="add mod ord">
          <ac:chgData name="NIVETHA S" userId="effa5bfef15127c1" providerId="LiveId" clId="{71AE3A8A-58D0-467F-84FA-787382E2AA72}" dt="2026-08-16T07:51:14.647" v="1285" actId="20577"/>
          <ac:spMkLst>
            <pc:docMk/>
            <pc:sldMk cId="1213606981" sldId="278"/>
            <ac:spMk id="7" creationId="{6C017575-2720-8367-D325-3F7133659DE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1185" y="163902"/>
            <a:ext cx="12190815" cy="6694098"/>
          </a:xfrm>
          <a:prstGeom prst="rect">
            <a:avLst/>
          </a:prstGeom>
          <a:noFill/>
          <a:ln>
            <a:noFill/>
          </a:ln>
        </p:spPr>
      </p:pic>
      <p:sp>
        <p:nvSpPr>
          <p:cNvPr id="99" name="Google Shape;99;p1"/>
          <p:cNvSpPr txBox="1"/>
          <p:nvPr/>
        </p:nvSpPr>
        <p:spPr>
          <a:xfrm>
            <a:off x="2472904" y="3717986"/>
            <a:ext cx="7246189" cy="116951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br>
              <a:rPr lang="en-IN" sz="1800" b="0" i="0" u="none" strike="noStrike" cap="none" dirty="0">
                <a:solidFill>
                  <a:schemeClr val="dk1"/>
                </a:solidFill>
                <a:latin typeface="Calibri"/>
                <a:ea typeface="Calibri"/>
                <a:cs typeface="Calibri"/>
                <a:sym typeface="Calibri"/>
              </a:rPr>
            </a:br>
            <a:r>
              <a:rPr lang="en-IN" sz="3200" b="1" i="0" u="none" strike="noStrike" cap="none" dirty="0">
                <a:solidFill>
                  <a:schemeClr val="dk1"/>
                </a:solidFill>
                <a:latin typeface="Calibri"/>
                <a:ea typeface="Calibri"/>
                <a:cs typeface="Calibri"/>
                <a:sym typeface="Calibri"/>
              </a:rPr>
              <a:t>MUSIC STORE DATA ANALYSIS</a:t>
            </a:r>
          </a:p>
          <a:p>
            <a:pPr lvl="0" algn="ctr">
              <a:buSzPts val="1800"/>
            </a:pPr>
            <a:r>
              <a:rPr lang="en-IN" sz="2000" dirty="0">
                <a:latin typeface="Calibri" panose="020F0502020204030204" pitchFamily="34" charset="0"/>
                <a:ea typeface="Calibri" panose="020F0502020204030204" pitchFamily="34" charset="0"/>
                <a:cs typeface="Calibri" panose="020F0502020204030204" pitchFamily="34" charset="0"/>
              </a:rPr>
              <a:t>A Relational Database Management System</a:t>
            </a:r>
            <a:r>
              <a:rPr lang="en-IN" sz="2000" b="1"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 </a:t>
            </a:r>
            <a:endParaRPr sz="2000" b="1" i="0" u="none" strike="noStrike" cap="none" dirty="0">
              <a:solidFill>
                <a:srgbClr val="000000"/>
              </a:solidFill>
              <a:latin typeface="Calibri" panose="020F0502020204030204" pitchFamily="34" charset="0"/>
              <a:ea typeface="Calibri" panose="020F0502020204030204" pitchFamily="34" charset="0"/>
              <a:cs typeface="Calibri" panose="020F0502020204030204" pitchFamily="34" charset="0"/>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p:nvPr/>
        </p:nvSpPr>
        <p:spPr>
          <a:xfrm>
            <a:off x="560438" y="1166862"/>
            <a:ext cx="9704439" cy="4893607"/>
          </a:xfrm>
          <a:prstGeom prst="rect">
            <a:avLst/>
          </a:prstGeom>
          <a:noFill/>
          <a:ln>
            <a:noFill/>
          </a:ln>
        </p:spPr>
        <p:txBody>
          <a:bodyPr spcFirstLastPara="1" wrap="square" lIns="91425" tIns="45700" rIns="91425" bIns="45700" anchor="t" anchorCtr="0">
            <a:spAutoFit/>
          </a:bodyPr>
          <a:lstStyle/>
          <a:p>
            <a:pPr marR="0" lvl="0" algn="l" rtl="0">
              <a:lnSpc>
                <a:spcPct val="100000"/>
              </a:lnSpc>
              <a:spcBef>
                <a:spcPts val="0"/>
              </a:spcBef>
              <a:spcAft>
                <a:spcPts val="0"/>
              </a:spcAft>
              <a:buClr>
                <a:schemeClr val="dk1"/>
              </a:buClr>
              <a:buSzPts val="2400"/>
            </a:pPr>
            <a:r>
              <a:rPr lang="en-IN" sz="2400" b="1" dirty="0">
                <a:solidFill>
                  <a:schemeClr val="dk1"/>
                </a:solidFill>
                <a:latin typeface="Calibri"/>
                <a:ea typeface="Calibri"/>
                <a:cs typeface="Calibri"/>
                <a:sym typeface="Calibri"/>
              </a:rPr>
              <a:t>GREESHMA K</a:t>
            </a:r>
          </a:p>
          <a:p>
            <a:pPr marR="0" lvl="0" algn="l" rtl="0">
              <a:lnSpc>
                <a:spcPct val="100000"/>
              </a:lnSpc>
              <a:spcBef>
                <a:spcPts val="0"/>
              </a:spcBef>
              <a:spcAft>
                <a:spcPts val="0"/>
              </a:spcAft>
              <a:buClr>
                <a:schemeClr val="dk1"/>
              </a:buClr>
              <a:buSzPts val="2400"/>
            </a:pPr>
            <a:endParaRPr lang="en-IN" sz="2400" b="1" dirty="0">
              <a:solidFill>
                <a:schemeClr val="dk1"/>
              </a:solidFill>
              <a:latin typeface="Calibri"/>
              <a:ea typeface="Calibri"/>
              <a:cs typeface="Calibri"/>
              <a:sym typeface="Calibri"/>
            </a:endParaRPr>
          </a:p>
          <a:p>
            <a:pPr marR="0" lvl="0" algn="l" rtl="0">
              <a:lnSpc>
                <a:spcPct val="100000"/>
              </a:lnSpc>
              <a:spcBef>
                <a:spcPts val="0"/>
              </a:spcBef>
              <a:spcAft>
                <a:spcPts val="0"/>
              </a:spcAft>
              <a:buClr>
                <a:schemeClr val="dk1"/>
              </a:buClr>
              <a:buSzPts val="2400"/>
            </a:pPr>
            <a:r>
              <a:rPr lang="en-IN" sz="2400" b="1" dirty="0">
                <a:solidFill>
                  <a:schemeClr val="dk1"/>
                </a:solidFill>
                <a:latin typeface="Calibri"/>
                <a:ea typeface="Calibri"/>
                <a:cs typeface="Calibri"/>
                <a:sym typeface="Calibri"/>
              </a:rPr>
              <a:t>BACKGROUND: </a:t>
            </a:r>
            <a:r>
              <a:rPr lang="en-IN" sz="2400" dirty="0">
                <a:solidFill>
                  <a:schemeClr val="dk1"/>
                </a:solidFill>
                <a:latin typeface="Calibri"/>
                <a:ea typeface="Calibri"/>
                <a:cs typeface="Calibri"/>
                <a:sym typeface="Calibri"/>
              </a:rPr>
              <a:t>B.TECH (CSE)</a:t>
            </a:r>
          </a:p>
          <a:p>
            <a:pPr marR="0" lvl="0" algn="l" rtl="0">
              <a:lnSpc>
                <a:spcPct val="100000"/>
              </a:lnSpc>
              <a:spcBef>
                <a:spcPts val="0"/>
              </a:spcBef>
              <a:spcAft>
                <a:spcPts val="0"/>
              </a:spcAft>
              <a:buClr>
                <a:schemeClr val="dk1"/>
              </a:buClr>
              <a:buSzPts val="2400"/>
            </a:pPr>
            <a:endParaRPr lang="en-IN" sz="2400" b="1" dirty="0">
              <a:solidFill>
                <a:schemeClr val="dk1"/>
              </a:solidFill>
              <a:latin typeface="Calibri"/>
              <a:ea typeface="Calibri"/>
              <a:cs typeface="Calibri"/>
              <a:sym typeface="Calibri"/>
            </a:endParaRPr>
          </a:p>
          <a:p>
            <a:pPr lvl="0">
              <a:buClr>
                <a:schemeClr val="dk1"/>
              </a:buClr>
              <a:buSzPts val="2400"/>
            </a:pPr>
            <a:r>
              <a:rPr lang="en-IN" sz="2400" b="1" dirty="0">
                <a:solidFill>
                  <a:schemeClr val="dk1"/>
                </a:solidFill>
                <a:latin typeface="Calibri"/>
                <a:ea typeface="Calibri"/>
                <a:cs typeface="Calibri"/>
                <a:sym typeface="Calibri"/>
              </a:rPr>
              <a:t>WHY DATA SCIENCE: </a:t>
            </a:r>
            <a:r>
              <a:rPr lang="en-IN" sz="2400" b="1"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 </a:t>
            </a:r>
            <a:r>
              <a:rPr lang="en-IN" sz="24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Interested in uncovering stories that numbers silently tell.</a:t>
            </a:r>
          </a:p>
          <a:p>
            <a:pPr marR="0" lvl="0" algn="l" rtl="0">
              <a:lnSpc>
                <a:spcPct val="100000"/>
              </a:lnSpc>
              <a:spcBef>
                <a:spcPts val="0"/>
              </a:spcBef>
              <a:spcAft>
                <a:spcPts val="0"/>
              </a:spcAft>
              <a:buClr>
                <a:schemeClr val="dk1"/>
              </a:buClr>
              <a:buSzPts val="2400"/>
            </a:pPr>
            <a:endParaRPr lang="en-IN" sz="2400" b="1" dirty="0">
              <a:solidFill>
                <a:schemeClr val="dk1"/>
              </a:solidFill>
              <a:latin typeface="Calibri"/>
              <a:ea typeface="Calibri"/>
              <a:cs typeface="Calibri"/>
              <a:sym typeface="Calibri"/>
            </a:endParaRPr>
          </a:p>
          <a:p>
            <a:pPr marR="0" lvl="0" algn="l" rtl="0">
              <a:lnSpc>
                <a:spcPct val="100000"/>
              </a:lnSpc>
              <a:spcBef>
                <a:spcPts val="0"/>
              </a:spcBef>
              <a:spcAft>
                <a:spcPts val="0"/>
              </a:spcAft>
              <a:buClr>
                <a:schemeClr val="dk1"/>
              </a:buClr>
              <a:buSzPts val="2400"/>
            </a:pPr>
            <a:r>
              <a:rPr lang="en-IN" sz="2400" b="1" dirty="0">
                <a:solidFill>
                  <a:schemeClr val="dk1"/>
                </a:solidFill>
                <a:latin typeface="Calibri"/>
                <a:ea typeface="Calibri"/>
                <a:cs typeface="Calibri"/>
                <a:sym typeface="Calibri"/>
              </a:rPr>
              <a:t>EXPERIENCE: </a:t>
            </a:r>
            <a:r>
              <a:rPr lang="en-IN" sz="2400" dirty="0">
                <a:solidFill>
                  <a:schemeClr val="dk1"/>
                </a:solidFill>
                <a:latin typeface="Calibri"/>
                <a:ea typeface="Calibri"/>
                <a:cs typeface="Calibri"/>
                <a:sym typeface="Calibri"/>
              </a:rPr>
              <a:t>FRESHER</a:t>
            </a:r>
          </a:p>
          <a:p>
            <a:pPr marR="0" lvl="0" algn="l" rtl="0">
              <a:lnSpc>
                <a:spcPct val="100000"/>
              </a:lnSpc>
              <a:spcBef>
                <a:spcPts val="0"/>
              </a:spcBef>
              <a:spcAft>
                <a:spcPts val="0"/>
              </a:spcAft>
              <a:buClr>
                <a:schemeClr val="dk1"/>
              </a:buClr>
              <a:buSzPts val="2400"/>
            </a:pPr>
            <a:endParaRPr lang="en-IN" sz="2400" b="1" dirty="0">
              <a:solidFill>
                <a:schemeClr val="dk1"/>
              </a:solidFill>
              <a:latin typeface="Calibri"/>
              <a:ea typeface="Calibri"/>
              <a:cs typeface="Calibri"/>
              <a:sym typeface="Calibri"/>
            </a:endParaRPr>
          </a:p>
          <a:p>
            <a:pPr lvl="0">
              <a:buClr>
                <a:schemeClr val="dk1"/>
              </a:buClr>
              <a:buSzPts val="2400"/>
            </a:pPr>
            <a:r>
              <a:rPr lang="en-IN" sz="2400" b="1" dirty="0">
                <a:solidFill>
                  <a:schemeClr val="dk1"/>
                </a:solidFill>
                <a:latin typeface="Calibri"/>
                <a:ea typeface="Calibri"/>
                <a:cs typeface="Calibri"/>
                <a:sym typeface="Calibri"/>
              </a:rPr>
              <a:t>LINKEDIN: </a:t>
            </a:r>
            <a:r>
              <a:rPr lang="en-IN" sz="2400" dirty="0">
                <a:solidFill>
                  <a:schemeClr val="dk1"/>
                </a:solidFill>
                <a:latin typeface="Calibri"/>
                <a:ea typeface="Calibri"/>
                <a:cs typeface="Calibri"/>
                <a:sym typeface="Calibri"/>
              </a:rPr>
              <a:t>https://www.linkedin.com/in/greeshma-korukonda/</a:t>
            </a:r>
            <a:endParaRPr lang="en-IN" sz="2400" dirty="0">
              <a:solidFill>
                <a:schemeClr val="tx1"/>
              </a:solidFill>
              <a:latin typeface="Calibri"/>
              <a:ea typeface="Calibri"/>
              <a:cs typeface="Calibri"/>
              <a:sym typeface="Calibri"/>
            </a:endParaRPr>
          </a:p>
          <a:p>
            <a:pPr marR="0" lvl="0" algn="l" rtl="0">
              <a:lnSpc>
                <a:spcPct val="100000"/>
              </a:lnSpc>
              <a:spcBef>
                <a:spcPts val="0"/>
              </a:spcBef>
              <a:spcAft>
                <a:spcPts val="0"/>
              </a:spcAft>
              <a:buClr>
                <a:schemeClr val="dk1"/>
              </a:buClr>
              <a:buSzPts val="2400"/>
            </a:pPr>
            <a:endParaRPr lang="en-IN" sz="2400" b="1" dirty="0">
              <a:solidFill>
                <a:schemeClr val="dk1"/>
              </a:solidFill>
              <a:latin typeface="Calibri"/>
              <a:ea typeface="Calibri"/>
              <a:cs typeface="Calibri"/>
              <a:sym typeface="Calibri"/>
            </a:endParaRPr>
          </a:p>
          <a:p>
            <a:pPr lvl="0">
              <a:buClr>
                <a:schemeClr val="dk1"/>
              </a:buClr>
              <a:buSzPts val="2400"/>
            </a:pPr>
            <a:r>
              <a:rPr lang="en-IN" sz="2400" b="1" dirty="0">
                <a:solidFill>
                  <a:schemeClr val="dk1"/>
                </a:solidFill>
                <a:latin typeface="Calibri"/>
                <a:ea typeface="Calibri"/>
                <a:cs typeface="Calibri"/>
                <a:sym typeface="Calibri"/>
              </a:rPr>
              <a:t>GITHUB: </a:t>
            </a:r>
            <a:r>
              <a:rPr lang="en-IN" sz="2400" dirty="0">
                <a:solidFill>
                  <a:schemeClr val="dk1"/>
                </a:solidFill>
                <a:latin typeface="Calibri"/>
                <a:ea typeface="Calibri"/>
                <a:cs typeface="Calibri"/>
                <a:sym typeface="Calibri"/>
              </a:rPr>
              <a:t>https://github.com/korukondagreeshma</a:t>
            </a:r>
            <a:endParaRPr lang="en-IN" sz="2400" dirty="0">
              <a:solidFill>
                <a:schemeClr val="tx1"/>
              </a:solidFill>
              <a:latin typeface="Calibri"/>
              <a:ea typeface="Calibri"/>
              <a:cs typeface="Calibri"/>
              <a:sym typeface="Calibri"/>
            </a:endParaRPr>
          </a:p>
          <a:p>
            <a:pPr marR="0" lvl="0" algn="l" rtl="0">
              <a:lnSpc>
                <a:spcPct val="100000"/>
              </a:lnSpc>
              <a:spcBef>
                <a:spcPts val="0"/>
              </a:spcBef>
              <a:spcAft>
                <a:spcPts val="0"/>
              </a:spcAft>
              <a:buClr>
                <a:schemeClr val="dk1"/>
              </a:buClr>
              <a:buSzPts val="2400"/>
            </a:pPr>
            <a:endParaRPr sz="2400" b="1" i="0" u="none" strike="noStrike" cap="none" dirty="0">
              <a:solidFill>
                <a:schemeClr val="dk1"/>
              </a:solidFill>
              <a:latin typeface="Calibri"/>
              <a:ea typeface="Calibri"/>
              <a:cs typeface="Calibri"/>
              <a:sym typeface="Calibri"/>
            </a:endParaRPr>
          </a:p>
        </p:txBody>
      </p:sp>
      <p:sp>
        <p:nvSpPr>
          <p:cNvPr id="105" name="Google Shape;105;p3"/>
          <p:cNvSpPr txBox="1"/>
          <p:nvPr/>
        </p:nvSpPr>
        <p:spPr>
          <a:xfrm>
            <a:off x="427656" y="416554"/>
            <a:ext cx="2472860" cy="486247"/>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200" b="0" i="0" u="none" strike="noStrike" cap="none" dirty="0">
                <a:solidFill>
                  <a:srgbClr val="FF0000"/>
                </a:solidFill>
                <a:latin typeface="Lato Black"/>
                <a:ea typeface="Lato Black"/>
                <a:cs typeface="Lato Black"/>
                <a:sym typeface="Lato Black"/>
              </a:rPr>
              <a:t>ABOUT ME</a:t>
            </a:r>
            <a:endParaRPr lang="en-IN" sz="1800" b="0" i="0" u="none" strike="noStrike" cap="none" dirty="0">
              <a:solidFill>
                <a:srgbClr val="FF0000"/>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8B533-EBAA-9216-5A2A-3BBB214A782C}"/>
              </a:ext>
            </a:extLst>
          </p:cNvPr>
          <p:cNvSpPr>
            <a:spLocks noGrp="1"/>
          </p:cNvSpPr>
          <p:nvPr>
            <p:ph type="title"/>
          </p:nvPr>
        </p:nvSpPr>
        <p:spPr>
          <a:xfrm>
            <a:off x="208936" y="453615"/>
            <a:ext cx="1924665" cy="401791"/>
          </a:xfrm>
        </p:spPr>
        <p:txBody>
          <a:bodyPr>
            <a:normAutofit fontScale="90000"/>
          </a:bodyPr>
          <a:lstStyle/>
          <a:p>
            <a:r>
              <a:rPr lang="en-IN" sz="2800" b="1" dirty="0">
                <a:latin typeface="Calibri" panose="020F0502020204030204" pitchFamily="34" charset="0"/>
                <a:ea typeface="Calibri" panose="020F0502020204030204" pitchFamily="34" charset="0"/>
                <a:cs typeface="Calibri" panose="020F0502020204030204" pitchFamily="34" charset="0"/>
              </a:rPr>
              <a:t>OBJECTIVE:</a:t>
            </a:r>
            <a:endParaRPr lang="en-IN" sz="2800" dirty="0"/>
          </a:p>
        </p:txBody>
      </p:sp>
      <p:sp>
        <p:nvSpPr>
          <p:cNvPr id="3" name="Text Placeholder 2">
            <a:extLst>
              <a:ext uri="{FF2B5EF4-FFF2-40B4-BE49-F238E27FC236}">
                <a16:creationId xmlns:a16="http://schemas.microsoft.com/office/drawing/2014/main" id="{9B82BC59-5D69-233D-0A00-F03C5A83026E}"/>
              </a:ext>
            </a:extLst>
          </p:cNvPr>
          <p:cNvSpPr>
            <a:spLocks noGrp="1"/>
          </p:cNvSpPr>
          <p:nvPr>
            <p:ph type="body" idx="1"/>
          </p:nvPr>
        </p:nvSpPr>
        <p:spPr>
          <a:xfrm>
            <a:off x="435692" y="1112325"/>
            <a:ext cx="11320616" cy="5292060"/>
          </a:xfrm>
        </p:spPr>
        <p:txBody>
          <a:bodyPr/>
          <a:lstStyle/>
          <a:p>
            <a:pPr>
              <a:buFont typeface="Wingdings" panose="05000000000000000000" pitchFamily="2" charset="2"/>
              <a:buChar char="Ø"/>
            </a:pPr>
            <a:r>
              <a:rPr lang="en-US" sz="2400" dirty="0"/>
              <a:t>Design and implement a relational database with appropriate constraints.</a:t>
            </a:r>
          </a:p>
          <a:p>
            <a:pPr marL="114300" indent="0">
              <a:buNone/>
            </a:pPr>
            <a:endParaRPr lang="en-US" sz="2400" dirty="0"/>
          </a:p>
          <a:p>
            <a:pPr>
              <a:buFont typeface="Wingdings" panose="05000000000000000000" pitchFamily="2" charset="2"/>
              <a:buChar char="Ø"/>
            </a:pPr>
            <a:r>
              <a:rPr lang="en-US" sz="2400" dirty="0"/>
              <a:t>Import and validate CSV data into the music store tables.</a:t>
            </a:r>
          </a:p>
          <a:p>
            <a:pPr marL="114300" indent="0">
              <a:buNone/>
            </a:pPr>
            <a:endParaRPr lang="en-US" sz="2400" dirty="0"/>
          </a:p>
          <a:p>
            <a:pPr>
              <a:buFont typeface="Wingdings" panose="05000000000000000000" pitchFamily="2" charset="2"/>
              <a:buChar char="Ø"/>
            </a:pPr>
            <a:r>
              <a:rPr lang="en-US" sz="2400" dirty="0"/>
              <a:t>Use SQL joins, aggregations, subqueries and ranking techniques.</a:t>
            </a:r>
          </a:p>
          <a:p>
            <a:pPr marL="114300" indent="0">
              <a:buNone/>
            </a:pPr>
            <a:endParaRPr lang="en-US" sz="2400" dirty="0"/>
          </a:p>
          <a:p>
            <a:pPr>
              <a:buFont typeface="Wingdings" panose="05000000000000000000" pitchFamily="2" charset="2"/>
              <a:buChar char="Ø"/>
            </a:pPr>
            <a:r>
              <a:rPr lang="en-US" sz="2400" dirty="0"/>
              <a:t>Analyze sales, customers, genres, artists and geographic trends.</a:t>
            </a:r>
          </a:p>
          <a:p>
            <a:pPr marL="114300" indent="0">
              <a:buNone/>
            </a:pPr>
            <a:endParaRPr lang="en-US" sz="2400" dirty="0"/>
          </a:p>
          <a:p>
            <a:pPr>
              <a:buFont typeface="Wingdings" panose="05000000000000000000" pitchFamily="2" charset="2"/>
              <a:buChar char="Ø"/>
            </a:pPr>
            <a:r>
              <a:rPr lang="en-US" sz="2400" dirty="0"/>
              <a:t>Convert database results into clear business insights.</a:t>
            </a:r>
          </a:p>
          <a:p>
            <a:endParaRPr lang="en-IN" dirty="0"/>
          </a:p>
        </p:txBody>
      </p:sp>
    </p:spTree>
    <p:extLst>
      <p:ext uri="{BB962C8B-B14F-4D97-AF65-F5344CB8AC3E}">
        <p14:creationId xmlns:p14="http://schemas.microsoft.com/office/powerpoint/2010/main" val="37863326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43FB2-75F4-BB36-2185-D4D95D9D878E}"/>
              </a:ext>
            </a:extLst>
          </p:cNvPr>
          <p:cNvSpPr>
            <a:spLocks noGrp="1"/>
          </p:cNvSpPr>
          <p:nvPr>
            <p:ph type="title"/>
          </p:nvPr>
        </p:nvSpPr>
        <p:spPr>
          <a:xfrm>
            <a:off x="218768" y="384791"/>
            <a:ext cx="3143864" cy="667262"/>
          </a:xfrm>
        </p:spPr>
        <p:txBody>
          <a:bodyPr>
            <a:normAutofit fontScale="90000"/>
          </a:bodyPr>
          <a:lstStyle/>
          <a:p>
            <a:r>
              <a:rPr lang="en-IN" sz="2500" b="1" dirty="0"/>
              <a:t>PROBLEM STATEMENT:</a:t>
            </a:r>
          </a:p>
        </p:txBody>
      </p:sp>
      <p:sp>
        <p:nvSpPr>
          <p:cNvPr id="3" name="Text Placeholder 2">
            <a:extLst>
              <a:ext uri="{FF2B5EF4-FFF2-40B4-BE49-F238E27FC236}">
                <a16:creationId xmlns:a16="http://schemas.microsoft.com/office/drawing/2014/main" id="{4FC2D6EC-E76C-C36B-FC43-C26458EF5B04}"/>
              </a:ext>
            </a:extLst>
          </p:cNvPr>
          <p:cNvSpPr>
            <a:spLocks noGrp="1"/>
          </p:cNvSpPr>
          <p:nvPr>
            <p:ph type="body" idx="1"/>
          </p:nvPr>
        </p:nvSpPr>
        <p:spPr>
          <a:xfrm>
            <a:off x="605913" y="1160206"/>
            <a:ext cx="10980174" cy="5056086"/>
          </a:xfrm>
        </p:spPr>
        <p:txBody>
          <a:bodyPr/>
          <a:lstStyle/>
          <a:p>
            <a:pPr>
              <a:buFont typeface="Wingdings" panose="05000000000000000000" pitchFamily="2" charset="2"/>
              <a:buChar char="Ø"/>
            </a:pPr>
            <a:r>
              <a:rPr lang="en-US" sz="2400" dirty="0"/>
              <a:t>The music store contains multiple related tables and a large number of records.</a:t>
            </a:r>
          </a:p>
          <a:p>
            <a:pPr marL="114300" indent="0">
              <a:buNone/>
            </a:pPr>
            <a:endParaRPr lang="en-US" sz="2400" dirty="0"/>
          </a:p>
          <a:p>
            <a:pPr>
              <a:buFont typeface="Wingdings" panose="05000000000000000000" pitchFamily="2" charset="2"/>
              <a:buChar char="Ø"/>
            </a:pPr>
            <a:r>
              <a:rPr lang="en-US" sz="2400" dirty="0"/>
              <a:t>Business users need answers about sales, customers, artists, genres and countries.</a:t>
            </a:r>
          </a:p>
          <a:p>
            <a:pPr marL="114300" indent="0">
              <a:buNone/>
            </a:pPr>
            <a:endParaRPr lang="en-US" sz="2400" dirty="0"/>
          </a:p>
          <a:p>
            <a:pPr>
              <a:buFont typeface="Wingdings" panose="05000000000000000000" pitchFamily="2" charset="2"/>
              <a:buChar char="Ø"/>
            </a:pPr>
            <a:r>
              <a:rPr lang="en-US" sz="2400" dirty="0"/>
              <a:t>Manual analysis is difficult because information is distributed across tables.</a:t>
            </a:r>
          </a:p>
          <a:p>
            <a:pPr marL="114300" indent="0">
              <a:buNone/>
            </a:pPr>
            <a:endParaRPr lang="en-US" sz="2400" dirty="0"/>
          </a:p>
          <a:p>
            <a:pPr>
              <a:buFont typeface="Wingdings" panose="05000000000000000000" pitchFamily="2" charset="2"/>
              <a:buChar char="Ø"/>
            </a:pPr>
            <a:r>
              <a:rPr lang="en-US" sz="2400" dirty="0"/>
              <a:t>SQL is used to connect, filter, aggregate and rank the data efficiently.</a:t>
            </a:r>
          </a:p>
          <a:p>
            <a:pPr marL="114300" indent="0">
              <a:buNone/>
            </a:pPr>
            <a:endParaRPr lang="en-US" sz="2400" dirty="0"/>
          </a:p>
          <a:p>
            <a:pPr>
              <a:buFont typeface="Wingdings" panose="05000000000000000000" pitchFamily="2" charset="2"/>
              <a:buChar char="Ø"/>
            </a:pPr>
            <a:r>
              <a:rPr lang="en-US" sz="2400" dirty="0"/>
              <a:t>The final analysis should support promotional and customer-focused decisions.</a:t>
            </a:r>
          </a:p>
          <a:p>
            <a:pPr marL="114300" indent="0">
              <a:buNone/>
            </a:pPr>
            <a:endParaRPr lang="en-IN" dirty="0"/>
          </a:p>
        </p:txBody>
      </p:sp>
    </p:spTree>
    <p:extLst>
      <p:ext uri="{BB962C8B-B14F-4D97-AF65-F5344CB8AC3E}">
        <p14:creationId xmlns:p14="http://schemas.microsoft.com/office/powerpoint/2010/main" val="14912094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D28CAE3-B9E3-818F-FBD5-C1AA42885FB9}"/>
              </a:ext>
            </a:extLst>
          </p:cNvPr>
          <p:cNvPicPr>
            <a:picLocks noChangeAspect="1"/>
          </p:cNvPicPr>
          <p:nvPr/>
        </p:nvPicPr>
        <p:blipFill>
          <a:blip r:embed="rId2"/>
          <a:stretch>
            <a:fillRect/>
          </a:stretch>
        </p:blipFill>
        <p:spPr>
          <a:xfrm>
            <a:off x="797975" y="581434"/>
            <a:ext cx="10596050" cy="5928852"/>
          </a:xfrm>
          <a:prstGeom prst="rect">
            <a:avLst/>
          </a:prstGeom>
        </p:spPr>
      </p:pic>
      <p:sp>
        <p:nvSpPr>
          <p:cNvPr id="5" name="TextBox 4">
            <a:extLst>
              <a:ext uri="{FF2B5EF4-FFF2-40B4-BE49-F238E27FC236}">
                <a16:creationId xmlns:a16="http://schemas.microsoft.com/office/drawing/2014/main" id="{9DF53720-EC67-0B7F-7452-D7DAD1B1DD89}"/>
              </a:ext>
            </a:extLst>
          </p:cNvPr>
          <p:cNvSpPr txBox="1"/>
          <p:nvPr/>
        </p:nvSpPr>
        <p:spPr>
          <a:xfrm>
            <a:off x="383458" y="137652"/>
            <a:ext cx="2023311" cy="477054"/>
          </a:xfrm>
          <a:prstGeom prst="rect">
            <a:avLst/>
          </a:prstGeom>
          <a:noFill/>
        </p:spPr>
        <p:txBody>
          <a:bodyPr wrap="none" rtlCol="0">
            <a:spAutoFit/>
          </a:bodyPr>
          <a:lstStyle/>
          <a:p>
            <a:r>
              <a:rPr lang="en-IN" sz="2500" b="1" dirty="0">
                <a:latin typeface="Calibri" panose="020F0502020204030204" pitchFamily="34" charset="0"/>
                <a:ea typeface="Calibri" panose="020F0502020204030204" pitchFamily="34" charset="0"/>
                <a:cs typeface="Calibri" panose="020F0502020204030204" pitchFamily="34" charset="0"/>
              </a:rPr>
              <a:t>ER DIAGRAM:</a:t>
            </a:r>
          </a:p>
        </p:txBody>
      </p:sp>
    </p:spTree>
    <p:extLst>
      <p:ext uri="{BB962C8B-B14F-4D97-AF65-F5344CB8AC3E}">
        <p14:creationId xmlns:p14="http://schemas.microsoft.com/office/powerpoint/2010/main" val="7707271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1387D-B992-4BEE-C718-45A0FDF774AE}"/>
              </a:ext>
            </a:extLst>
          </p:cNvPr>
          <p:cNvSpPr>
            <a:spLocks noGrp="1"/>
          </p:cNvSpPr>
          <p:nvPr>
            <p:ph type="title"/>
          </p:nvPr>
        </p:nvSpPr>
        <p:spPr>
          <a:xfrm>
            <a:off x="367839" y="453128"/>
            <a:ext cx="5256212" cy="598080"/>
          </a:xfrm>
        </p:spPr>
        <p:txBody>
          <a:bodyPr>
            <a:normAutofit/>
          </a:bodyPr>
          <a:lstStyle/>
          <a:p>
            <a:r>
              <a:rPr lang="en-IN" sz="2500" b="1" dirty="0"/>
              <a:t>TECHNIQUES USED &amp; KEY FEATURES:</a:t>
            </a:r>
            <a:endParaRPr lang="en-IN" sz="2500" dirty="0"/>
          </a:p>
        </p:txBody>
      </p:sp>
      <p:sp>
        <p:nvSpPr>
          <p:cNvPr id="4" name="Text Placeholder 3">
            <a:extLst>
              <a:ext uri="{FF2B5EF4-FFF2-40B4-BE49-F238E27FC236}">
                <a16:creationId xmlns:a16="http://schemas.microsoft.com/office/drawing/2014/main" id="{FD1F0AFB-9C4B-FC06-8B8E-580DF385D75E}"/>
              </a:ext>
            </a:extLst>
          </p:cNvPr>
          <p:cNvSpPr>
            <a:spLocks noGrp="1"/>
          </p:cNvSpPr>
          <p:nvPr>
            <p:ph type="body" idx="1"/>
          </p:nvPr>
        </p:nvSpPr>
        <p:spPr>
          <a:xfrm>
            <a:off x="138805" y="1297499"/>
            <a:ext cx="2857140" cy="708282"/>
          </a:xfrm>
        </p:spPr>
        <p:txBody>
          <a:bodyPr/>
          <a:lstStyle/>
          <a:p>
            <a:r>
              <a:rPr lang="en-IN" dirty="0"/>
              <a:t>TECHNIQUES USED </a:t>
            </a:r>
          </a:p>
        </p:txBody>
      </p:sp>
      <p:sp>
        <p:nvSpPr>
          <p:cNvPr id="5" name="Text Placeholder 4">
            <a:extLst>
              <a:ext uri="{FF2B5EF4-FFF2-40B4-BE49-F238E27FC236}">
                <a16:creationId xmlns:a16="http://schemas.microsoft.com/office/drawing/2014/main" id="{6595848B-5D65-FDE9-CAAF-3B7FCD852CC5}"/>
              </a:ext>
            </a:extLst>
          </p:cNvPr>
          <p:cNvSpPr>
            <a:spLocks noGrp="1"/>
          </p:cNvSpPr>
          <p:nvPr>
            <p:ph type="body" idx="2"/>
          </p:nvPr>
        </p:nvSpPr>
        <p:spPr>
          <a:xfrm>
            <a:off x="512480" y="2123765"/>
            <a:ext cx="5157787" cy="3982067"/>
          </a:xfrm>
        </p:spPr>
        <p:txBody>
          <a:bodyPr/>
          <a:lstStyle/>
          <a:p>
            <a:pPr>
              <a:spcAft>
                <a:spcPts val="300"/>
              </a:spcAft>
              <a:buFont typeface="Wingdings" panose="05000000000000000000" pitchFamily="2" charset="2"/>
              <a:buChar char="Ø"/>
              <a:defRPr sz="1400" b="0"/>
            </a:pPr>
            <a:r>
              <a:rPr lang="en-US" sz="2000" dirty="0"/>
              <a:t> MySQL relational database design</a:t>
            </a:r>
          </a:p>
          <a:p>
            <a:pPr>
              <a:spcAft>
                <a:spcPts val="300"/>
              </a:spcAft>
              <a:buFont typeface="Wingdings" panose="05000000000000000000" pitchFamily="2" charset="2"/>
              <a:buChar char="Ø"/>
              <a:defRPr sz="1400" b="0"/>
            </a:pPr>
            <a:r>
              <a:rPr lang="en-US" sz="2000" dirty="0"/>
              <a:t> Primary keys and foreign keys</a:t>
            </a:r>
          </a:p>
          <a:p>
            <a:pPr>
              <a:spcAft>
                <a:spcPts val="300"/>
              </a:spcAft>
              <a:buFont typeface="Wingdings" panose="05000000000000000000" pitchFamily="2" charset="2"/>
              <a:buChar char="Ø"/>
              <a:defRPr sz="1400" b="0"/>
            </a:pPr>
            <a:r>
              <a:rPr lang="en-US" sz="2000" dirty="0"/>
              <a:t>INNER JOINs across related tables</a:t>
            </a:r>
          </a:p>
          <a:p>
            <a:pPr>
              <a:spcAft>
                <a:spcPts val="300"/>
              </a:spcAft>
              <a:buFont typeface="Wingdings" panose="05000000000000000000" pitchFamily="2" charset="2"/>
              <a:buChar char="Ø"/>
              <a:defRPr sz="1400" b="0"/>
            </a:pPr>
            <a:r>
              <a:rPr lang="en-US" sz="2000" dirty="0"/>
              <a:t>GROUP BY with COUNT and SUM</a:t>
            </a:r>
          </a:p>
          <a:p>
            <a:pPr>
              <a:spcAft>
                <a:spcPts val="300"/>
              </a:spcAft>
              <a:buFont typeface="Wingdings" panose="05000000000000000000" pitchFamily="2" charset="2"/>
              <a:buChar char="Ø"/>
              <a:defRPr sz="1400" b="0"/>
            </a:pPr>
            <a:r>
              <a:rPr lang="en-US" sz="2000" dirty="0"/>
              <a:t>ORDER BY and LIMIT for ranking</a:t>
            </a:r>
          </a:p>
          <a:p>
            <a:pPr>
              <a:spcAft>
                <a:spcPts val="300"/>
              </a:spcAft>
              <a:buFont typeface="Wingdings" panose="05000000000000000000" pitchFamily="2" charset="2"/>
              <a:buChar char="Ø"/>
              <a:defRPr sz="1400" b="0"/>
            </a:pPr>
            <a:r>
              <a:rPr lang="en-US" sz="2000" dirty="0"/>
              <a:t>Subqueries for dynamic comparisons</a:t>
            </a:r>
          </a:p>
          <a:p>
            <a:pPr>
              <a:spcAft>
                <a:spcPts val="300"/>
              </a:spcAft>
              <a:buFont typeface="Wingdings" panose="05000000000000000000" pitchFamily="2" charset="2"/>
              <a:buChar char="Ø"/>
              <a:defRPr sz="1400" b="0"/>
            </a:pPr>
            <a:r>
              <a:rPr lang="en-US" sz="2000" dirty="0"/>
              <a:t>Common Table Expressions (CTEs)</a:t>
            </a:r>
          </a:p>
          <a:p>
            <a:pPr>
              <a:spcAft>
                <a:spcPts val="300"/>
              </a:spcAft>
              <a:buFont typeface="Wingdings" panose="05000000000000000000" pitchFamily="2" charset="2"/>
              <a:buChar char="Ø"/>
              <a:defRPr sz="1400" b="0"/>
            </a:pPr>
            <a:r>
              <a:rPr lang="en-US" sz="2000" dirty="0"/>
              <a:t>DENSE_RANK() with PARTITION BY for rankings and ties</a:t>
            </a:r>
          </a:p>
          <a:p>
            <a:pPr marL="114300" indent="0">
              <a:buNone/>
            </a:pPr>
            <a:endParaRPr lang="en-IN" dirty="0"/>
          </a:p>
        </p:txBody>
      </p:sp>
      <p:sp>
        <p:nvSpPr>
          <p:cNvPr id="6" name="Text Placeholder 5">
            <a:extLst>
              <a:ext uri="{FF2B5EF4-FFF2-40B4-BE49-F238E27FC236}">
                <a16:creationId xmlns:a16="http://schemas.microsoft.com/office/drawing/2014/main" id="{16541D74-FCF4-674A-C7EE-6706B9E451BD}"/>
              </a:ext>
            </a:extLst>
          </p:cNvPr>
          <p:cNvSpPr>
            <a:spLocks noGrp="1"/>
          </p:cNvSpPr>
          <p:nvPr>
            <p:ph type="body" idx="3"/>
          </p:nvPr>
        </p:nvSpPr>
        <p:spPr>
          <a:xfrm>
            <a:off x="6096000" y="1415129"/>
            <a:ext cx="2391697" cy="590294"/>
          </a:xfrm>
        </p:spPr>
        <p:txBody>
          <a:bodyPr/>
          <a:lstStyle/>
          <a:p>
            <a:r>
              <a:rPr lang="en-IN" dirty="0"/>
              <a:t>KEY FEATURES</a:t>
            </a:r>
          </a:p>
        </p:txBody>
      </p:sp>
      <p:sp>
        <p:nvSpPr>
          <p:cNvPr id="7" name="Text Placeholder 6">
            <a:extLst>
              <a:ext uri="{FF2B5EF4-FFF2-40B4-BE49-F238E27FC236}">
                <a16:creationId xmlns:a16="http://schemas.microsoft.com/office/drawing/2014/main" id="{6C017575-2720-8367-D325-3F7133659DE6}"/>
              </a:ext>
            </a:extLst>
          </p:cNvPr>
          <p:cNvSpPr>
            <a:spLocks noGrp="1"/>
          </p:cNvSpPr>
          <p:nvPr>
            <p:ph type="body" idx="4"/>
          </p:nvPr>
        </p:nvSpPr>
        <p:spPr>
          <a:xfrm>
            <a:off x="6172200" y="2229771"/>
            <a:ext cx="5183188" cy="4220189"/>
          </a:xfrm>
        </p:spPr>
        <p:txBody>
          <a:bodyPr>
            <a:normAutofit/>
          </a:bodyPr>
          <a:lstStyle/>
          <a:p>
            <a:pPr>
              <a:buFont typeface="Wingdings" panose="05000000000000000000" pitchFamily="2" charset="2"/>
              <a:buChar char="Ø"/>
            </a:pPr>
            <a:r>
              <a:rPr lang="en-US" sz="2000" dirty="0"/>
              <a:t>CSV data import and validation</a:t>
            </a:r>
          </a:p>
          <a:p>
            <a:pPr>
              <a:buFont typeface="Wingdings" panose="05000000000000000000" pitchFamily="2" charset="2"/>
              <a:buChar char="Ø"/>
            </a:pPr>
            <a:r>
              <a:rPr lang="en-US" sz="2000" dirty="0"/>
              <a:t>Sales, customer and invoice analysis</a:t>
            </a:r>
          </a:p>
          <a:p>
            <a:pPr>
              <a:buFont typeface="Wingdings" panose="05000000000000000000" pitchFamily="2" charset="2"/>
              <a:buChar char="Ø"/>
            </a:pPr>
            <a:r>
              <a:rPr lang="en-US" sz="2000" dirty="0"/>
              <a:t>Artist and genre analysis</a:t>
            </a:r>
          </a:p>
          <a:p>
            <a:pPr>
              <a:buFont typeface="Wingdings" panose="05000000000000000000" pitchFamily="2" charset="2"/>
              <a:buChar char="Ø"/>
            </a:pPr>
            <a:r>
              <a:rPr lang="en-US" sz="2000" dirty="0"/>
              <a:t>Country-level comparisons</a:t>
            </a:r>
          </a:p>
          <a:p>
            <a:pPr>
              <a:buFont typeface="Wingdings" panose="05000000000000000000" pitchFamily="2" charset="2"/>
              <a:buChar char="Ø"/>
            </a:pPr>
            <a:r>
              <a:rPr lang="en-US" sz="2000" dirty="0"/>
              <a:t>Identification of high-value customers and top results</a:t>
            </a:r>
          </a:p>
          <a:p>
            <a:pPr>
              <a:buFont typeface="Wingdings" panose="05000000000000000000" pitchFamily="2" charset="2"/>
              <a:buChar char="Ø"/>
            </a:pPr>
            <a:r>
              <a:rPr lang="en-US" sz="2000" dirty="0"/>
              <a:t>Business-focused interpretation of SQL results</a:t>
            </a:r>
          </a:p>
          <a:p>
            <a:pPr marL="114300" indent="0">
              <a:buNone/>
            </a:pPr>
            <a:endParaRPr lang="en-IN" sz="2000" dirty="0"/>
          </a:p>
        </p:txBody>
      </p:sp>
    </p:spTree>
    <p:extLst>
      <p:ext uri="{BB962C8B-B14F-4D97-AF65-F5344CB8AC3E}">
        <p14:creationId xmlns:p14="http://schemas.microsoft.com/office/powerpoint/2010/main" val="12136069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A4504E0-25DC-9EC1-12ED-D997EEA464BB}"/>
              </a:ext>
            </a:extLst>
          </p:cNvPr>
          <p:cNvPicPr>
            <a:picLocks noChangeAspect="1"/>
          </p:cNvPicPr>
          <p:nvPr/>
        </p:nvPicPr>
        <p:blipFill>
          <a:blip r:embed="rId2"/>
          <a:stretch>
            <a:fillRect/>
          </a:stretch>
        </p:blipFill>
        <p:spPr>
          <a:xfrm>
            <a:off x="1477397" y="2282351"/>
            <a:ext cx="3723207" cy="1209844"/>
          </a:xfrm>
          <a:prstGeom prst="rect">
            <a:avLst/>
          </a:prstGeom>
        </p:spPr>
      </p:pic>
      <p:pic>
        <p:nvPicPr>
          <p:cNvPr id="5" name="Picture 4">
            <a:extLst>
              <a:ext uri="{FF2B5EF4-FFF2-40B4-BE49-F238E27FC236}">
                <a16:creationId xmlns:a16="http://schemas.microsoft.com/office/drawing/2014/main" id="{6E60A0AD-6A76-6891-A8BA-E4816A19184E}"/>
              </a:ext>
            </a:extLst>
          </p:cNvPr>
          <p:cNvPicPr>
            <a:picLocks noChangeAspect="1"/>
          </p:cNvPicPr>
          <p:nvPr/>
        </p:nvPicPr>
        <p:blipFill>
          <a:blip r:embed="rId3"/>
          <a:srcRect t="17817"/>
          <a:stretch>
            <a:fillRect/>
          </a:stretch>
        </p:blipFill>
        <p:spPr>
          <a:xfrm>
            <a:off x="7639665" y="2177772"/>
            <a:ext cx="3249164" cy="1424877"/>
          </a:xfrm>
          <a:prstGeom prst="rect">
            <a:avLst/>
          </a:prstGeom>
        </p:spPr>
      </p:pic>
      <p:sp>
        <p:nvSpPr>
          <p:cNvPr id="2" name="TextBox 1">
            <a:extLst>
              <a:ext uri="{FF2B5EF4-FFF2-40B4-BE49-F238E27FC236}">
                <a16:creationId xmlns:a16="http://schemas.microsoft.com/office/drawing/2014/main" id="{31F74C91-602B-0B46-39B7-330A1F578385}"/>
              </a:ext>
            </a:extLst>
          </p:cNvPr>
          <p:cNvSpPr txBox="1"/>
          <p:nvPr/>
        </p:nvSpPr>
        <p:spPr>
          <a:xfrm>
            <a:off x="195835" y="272088"/>
            <a:ext cx="2214670" cy="477054"/>
          </a:xfrm>
          <a:prstGeom prst="rect">
            <a:avLst/>
          </a:prstGeom>
          <a:noFill/>
        </p:spPr>
        <p:txBody>
          <a:bodyPr wrap="square" rtlCol="0">
            <a:spAutoFit/>
          </a:bodyPr>
          <a:lstStyle/>
          <a:p>
            <a:r>
              <a:rPr lang="en-IN" sz="2500" b="1" dirty="0">
                <a:latin typeface="Calibri" panose="020F0502020204030204" pitchFamily="34" charset="0"/>
                <a:ea typeface="Calibri" panose="020F0502020204030204" pitchFamily="34" charset="0"/>
                <a:cs typeface="Calibri" panose="020F0502020204030204" pitchFamily="34" charset="0"/>
              </a:rPr>
              <a:t>KEY ANALYSIS:</a:t>
            </a:r>
          </a:p>
        </p:txBody>
      </p:sp>
      <p:sp>
        <p:nvSpPr>
          <p:cNvPr id="4" name="TextBox 3">
            <a:extLst>
              <a:ext uri="{FF2B5EF4-FFF2-40B4-BE49-F238E27FC236}">
                <a16:creationId xmlns:a16="http://schemas.microsoft.com/office/drawing/2014/main" id="{CEDB8792-A945-B7AA-3231-CC8BAFA552A9}"/>
              </a:ext>
            </a:extLst>
          </p:cNvPr>
          <p:cNvSpPr txBox="1"/>
          <p:nvPr/>
        </p:nvSpPr>
        <p:spPr>
          <a:xfrm>
            <a:off x="290251" y="1038192"/>
            <a:ext cx="7731604" cy="677108"/>
          </a:xfrm>
          <a:prstGeom prst="rect">
            <a:avLst/>
          </a:prstGeom>
          <a:noFill/>
        </p:spPr>
        <p:txBody>
          <a:bodyPr wrap="none" rtlCol="0">
            <a:spAutoFit/>
          </a:bodyPr>
          <a:lstStyle/>
          <a:p>
            <a:r>
              <a:rPr lang="en-US" sz="2400" b="1" dirty="0"/>
              <a:t>Q</a:t>
            </a:r>
            <a:r>
              <a:rPr lang="en-US" sz="2400" dirty="0"/>
              <a:t>. Who is the senior most employee based on job title?</a:t>
            </a:r>
          </a:p>
          <a:p>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68B1B7E9-153D-7FBE-6C41-88C9CD8EC5A2}"/>
              </a:ext>
            </a:extLst>
          </p:cNvPr>
          <p:cNvSpPr txBox="1"/>
          <p:nvPr/>
        </p:nvSpPr>
        <p:spPr>
          <a:xfrm>
            <a:off x="377618" y="3970727"/>
            <a:ext cx="1981633" cy="461665"/>
          </a:xfrm>
          <a:prstGeom prst="rect">
            <a:avLst/>
          </a:prstGeom>
          <a:noFill/>
        </p:spPr>
        <p:txBody>
          <a:bodyPr wrap="none" rtlCol="0">
            <a:spAutoFit/>
          </a:bodyPr>
          <a:lstStyle/>
          <a:p>
            <a:r>
              <a:rPr lang="en-IN" sz="2400" b="1" dirty="0">
                <a:latin typeface="Calibri" panose="020F0502020204030204" pitchFamily="34" charset="0"/>
                <a:ea typeface="Calibri" panose="020F0502020204030204" pitchFamily="34" charset="0"/>
                <a:cs typeface="Calibri" panose="020F0502020204030204" pitchFamily="34" charset="0"/>
              </a:rPr>
              <a:t>KEY INSIGHTS</a:t>
            </a:r>
            <a:r>
              <a:rPr lang="en-IN" dirty="0"/>
              <a:t>:</a:t>
            </a:r>
          </a:p>
        </p:txBody>
      </p:sp>
      <p:sp>
        <p:nvSpPr>
          <p:cNvPr id="8" name="TextBox 7">
            <a:extLst>
              <a:ext uri="{FF2B5EF4-FFF2-40B4-BE49-F238E27FC236}">
                <a16:creationId xmlns:a16="http://schemas.microsoft.com/office/drawing/2014/main" id="{96D0AC94-F234-A11F-E885-CD80D81945F5}"/>
              </a:ext>
            </a:extLst>
          </p:cNvPr>
          <p:cNvSpPr txBox="1"/>
          <p:nvPr/>
        </p:nvSpPr>
        <p:spPr>
          <a:xfrm>
            <a:off x="377618" y="4680228"/>
            <a:ext cx="10511211" cy="1200329"/>
          </a:xfrm>
          <a:prstGeom prst="rect">
            <a:avLst/>
          </a:prstGeom>
          <a:noFill/>
        </p:spPr>
        <p:txBody>
          <a:bodyPr wrap="none" rtlCol="0">
            <a:spAutoFit/>
          </a:bodyPr>
          <a:lstStyle/>
          <a:p>
            <a:pPr marL="342900" indent="-342900">
              <a:buFont typeface="Wingdings" panose="05000000000000000000" pitchFamily="2" charset="2"/>
              <a:buChar char="Ø"/>
            </a:pPr>
            <a:r>
              <a:rPr lang="en-US" sz="2400" dirty="0">
                <a:latin typeface="Calibri" panose="020F0502020204030204" pitchFamily="34" charset="0"/>
                <a:ea typeface="Calibri" panose="020F0502020204030204" pitchFamily="34" charset="0"/>
                <a:cs typeface="Calibri" panose="020F0502020204030204" pitchFamily="34" charset="0"/>
              </a:rPr>
              <a:t>Identifies the employee with the highest seniority based on the employee level.</a:t>
            </a:r>
          </a:p>
          <a:p>
            <a:endParaRPr lang="en-US" sz="2400"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Wingdings" panose="05000000000000000000" pitchFamily="2" charset="2"/>
              <a:buChar char="Ø"/>
            </a:pPr>
            <a:r>
              <a:rPr lang="en-US" sz="2400" dirty="0">
                <a:latin typeface="Calibri" panose="020F0502020204030204" pitchFamily="34" charset="0"/>
                <a:ea typeface="Calibri" panose="020F0502020204030204" pitchFamily="34" charset="0"/>
                <a:cs typeface="Calibri" panose="020F0502020204030204" pitchFamily="34" charset="0"/>
              </a:rPr>
              <a:t>The analysis helps understand the organizational hierarchy within the company.</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70F3934B-3B27-E73A-4DEA-EF1A9E634FDF}"/>
              </a:ext>
            </a:extLst>
          </p:cNvPr>
          <p:cNvSpPr txBox="1"/>
          <p:nvPr/>
        </p:nvSpPr>
        <p:spPr>
          <a:xfrm>
            <a:off x="650477" y="1735714"/>
            <a:ext cx="1183337" cy="400110"/>
          </a:xfrm>
          <a:prstGeom prst="rect">
            <a:avLst/>
          </a:prstGeom>
          <a:noFill/>
        </p:spPr>
        <p:txBody>
          <a:bodyPr wrap="none" rtlCol="0">
            <a:spAutoFit/>
          </a:bodyPr>
          <a:lstStyle/>
          <a:p>
            <a:r>
              <a:rPr lang="en-IN" sz="2000" b="1" dirty="0"/>
              <a:t>QUERY:</a:t>
            </a:r>
            <a:endParaRPr lang="en-IN" dirty="0"/>
          </a:p>
        </p:txBody>
      </p:sp>
      <p:sp>
        <p:nvSpPr>
          <p:cNvPr id="11" name="TextBox 10">
            <a:extLst>
              <a:ext uri="{FF2B5EF4-FFF2-40B4-BE49-F238E27FC236}">
                <a16:creationId xmlns:a16="http://schemas.microsoft.com/office/drawing/2014/main" id="{C135D633-74B2-B161-EB90-F7FA4C13D229}"/>
              </a:ext>
            </a:extLst>
          </p:cNvPr>
          <p:cNvSpPr txBox="1"/>
          <p:nvPr/>
        </p:nvSpPr>
        <p:spPr>
          <a:xfrm>
            <a:off x="6731117" y="1715300"/>
            <a:ext cx="1326004" cy="400110"/>
          </a:xfrm>
          <a:prstGeom prst="rect">
            <a:avLst/>
          </a:prstGeom>
          <a:noFill/>
        </p:spPr>
        <p:txBody>
          <a:bodyPr wrap="none" rtlCol="0">
            <a:spAutoFit/>
          </a:bodyPr>
          <a:lstStyle/>
          <a:p>
            <a:r>
              <a:rPr lang="en-IN" sz="2000" b="1" dirty="0"/>
              <a:t>OUTPUT:</a:t>
            </a:r>
            <a:endParaRPr lang="en-IN" dirty="0"/>
          </a:p>
        </p:txBody>
      </p:sp>
    </p:spTree>
    <p:extLst>
      <p:ext uri="{BB962C8B-B14F-4D97-AF65-F5344CB8AC3E}">
        <p14:creationId xmlns:p14="http://schemas.microsoft.com/office/powerpoint/2010/main" val="23276676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762409-B9E3-3A02-6F0D-F56B0BD11FF8}"/>
              </a:ext>
            </a:extLst>
          </p:cNvPr>
          <p:cNvSpPr txBox="1"/>
          <p:nvPr/>
        </p:nvSpPr>
        <p:spPr>
          <a:xfrm>
            <a:off x="294969" y="517699"/>
            <a:ext cx="6538450" cy="461665"/>
          </a:xfrm>
          <a:prstGeom prst="rect">
            <a:avLst/>
          </a:prstGeom>
          <a:noFill/>
        </p:spPr>
        <p:txBody>
          <a:bodyPr wrap="square" rtlCol="0">
            <a:spAutoFit/>
          </a:bodyPr>
          <a:lstStyle/>
          <a:p>
            <a:r>
              <a:rPr lang="en-US" sz="2400" b="1" dirty="0"/>
              <a:t>Q</a:t>
            </a:r>
            <a:r>
              <a:rPr lang="en-US" sz="2400" dirty="0"/>
              <a:t>. </a:t>
            </a:r>
            <a:r>
              <a:rPr lang="en-IN" sz="2400" dirty="0">
                <a:latin typeface="Calibri" panose="020F0502020204030204" pitchFamily="34" charset="0"/>
                <a:ea typeface="Calibri" panose="020F0502020204030204" pitchFamily="34" charset="0"/>
                <a:cs typeface="Calibri" panose="020F0502020204030204" pitchFamily="34" charset="0"/>
              </a:rPr>
              <a:t>Which countries have the most Invoices? </a:t>
            </a:r>
          </a:p>
        </p:txBody>
      </p:sp>
      <p:pic>
        <p:nvPicPr>
          <p:cNvPr id="6" name="Picture 5">
            <a:extLst>
              <a:ext uri="{FF2B5EF4-FFF2-40B4-BE49-F238E27FC236}">
                <a16:creationId xmlns:a16="http://schemas.microsoft.com/office/drawing/2014/main" id="{DE173334-19D7-0BFD-C6B3-7E335E203AB0}"/>
              </a:ext>
            </a:extLst>
          </p:cNvPr>
          <p:cNvPicPr>
            <a:picLocks noChangeAspect="1"/>
          </p:cNvPicPr>
          <p:nvPr/>
        </p:nvPicPr>
        <p:blipFill>
          <a:blip r:embed="rId2"/>
          <a:stretch>
            <a:fillRect/>
          </a:stretch>
        </p:blipFill>
        <p:spPr>
          <a:xfrm>
            <a:off x="1496980" y="1814400"/>
            <a:ext cx="4134427" cy="1105054"/>
          </a:xfrm>
          <a:prstGeom prst="rect">
            <a:avLst/>
          </a:prstGeom>
        </p:spPr>
      </p:pic>
      <p:pic>
        <p:nvPicPr>
          <p:cNvPr id="8" name="Picture 7">
            <a:extLst>
              <a:ext uri="{FF2B5EF4-FFF2-40B4-BE49-F238E27FC236}">
                <a16:creationId xmlns:a16="http://schemas.microsoft.com/office/drawing/2014/main" id="{5619610D-8BB5-E4CF-5AA3-25545407DD39}"/>
              </a:ext>
            </a:extLst>
          </p:cNvPr>
          <p:cNvPicPr>
            <a:picLocks noChangeAspect="1"/>
          </p:cNvPicPr>
          <p:nvPr/>
        </p:nvPicPr>
        <p:blipFill>
          <a:blip r:embed="rId3"/>
          <a:stretch>
            <a:fillRect/>
          </a:stretch>
        </p:blipFill>
        <p:spPr>
          <a:xfrm>
            <a:off x="7059561" y="1786227"/>
            <a:ext cx="2372056" cy="1362265"/>
          </a:xfrm>
          <a:prstGeom prst="rect">
            <a:avLst/>
          </a:prstGeom>
        </p:spPr>
      </p:pic>
      <p:sp>
        <p:nvSpPr>
          <p:cNvPr id="7" name="TextBox 6">
            <a:extLst>
              <a:ext uri="{FF2B5EF4-FFF2-40B4-BE49-F238E27FC236}">
                <a16:creationId xmlns:a16="http://schemas.microsoft.com/office/drawing/2014/main" id="{D1195793-9863-FCF8-1865-0091E6DF7D8F}"/>
              </a:ext>
            </a:extLst>
          </p:cNvPr>
          <p:cNvSpPr txBox="1"/>
          <p:nvPr/>
        </p:nvSpPr>
        <p:spPr>
          <a:xfrm>
            <a:off x="580104" y="3735887"/>
            <a:ext cx="2399070" cy="461665"/>
          </a:xfrm>
          <a:prstGeom prst="rect">
            <a:avLst/>
          </a:prstGeom>
          <a:noFill/>
        </p:spPr>
        <p:txBody>
          <a:bodyPr wrap="square">
            <a:spAutoFit/>
          </a:bodyPr>
          <a:lstStyle/>
          <a:p>
            <a:r>
              <a:rPr lang="en-IN" sz="2400" b="1" dirty="0">
                <a:latin typeface="Calibri" panose="020F0502020204030204" pitchFamily="34" charset="0"/>
                <a:ea typeface="Calibri" panose="020F0502020204030204" pitchFamily="34" charset="0"/>
                <a:cs typeface="Calibri" panose="020F0502020204030204" pitchFamily="34" charset="0"/>
              </a:rPr>
              <a:t>KEY INSIGHTS</a:t>
            </a:r>
            <a:r>
              <a:rPr lang="en-IN" sz="1400" dirty="0"/>
              <a:t>:</a:t>
            </a:r>
          </a:p>
        </p:txBody>
      </p:sp>
      <p:sp>
        <p:nvSpPr>
          <p:cNvPr id="9" name="TextBox 8">
            <a:extLst>
              <a:ext uri="{FF2B5EF4-FFF2-40B4-BE49-F238E27FC236}">
                <a16:creationId xmlns:a16="http://schemas.microsoft.com/office/drawing/2014/main" id="{87AAD432-F44B-DE26-D5A6-C81EA7520E2D}"/>
              </a:ext>
            </a:extLst>
          </p:cNvPr>
          <p:cNvSpPr txBox="1"/>
          <p:nvPr/>
        </p:nvSpPr>
        <p:spPr>
          <a:xfrm>
            <a:off x="717754" y="4434349"/>
            <a:ext cx="9656811" cy="1200329"/>
          </a:xfrm>
          <a:prstGeom prst="rect">
            <a:avLst/>
          </a:prstGeom>
          <a:noFill/>
        </p:spPr>
        <p:txBody>
          <a:bodyPr wrap="none" rtlCol="0">
            <a:spAutoFit/>
          </a:bodyPr>
          <a:lstStyle/>
          <a:p>
            <a:pPr marL="285750" indent="-285750">
              <a:buFont typeface="Wingdings" panose="05000000000000000000" pitchFamily="2" charset="2"/>
              <a:buChar char="Ø"/>
            </a:pPr>
            <a:r>
              <a:rPr lang="en-US" sz="2400" dirty="0">
                <a:latin typeface="Calibri" panose="020F0502020204030204" pitchFamily="34" charset="0"/>
                <a:ea typeface="Calibri" panose="020F0502020204030204" pitchFamily="34" charset="0"/>
                <a:cs typeface="Calibri" panose="020F0502020204030204" pitchFamily="34" charset="0"/>
              </a:rPr>
              <a:t>Analyzes invoice activity across different billing countries.</a:t>
            </a:r>
          </a:p>
          <a:p>
            <a:endParaRPr lang="en-US" sz="2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Ø"/>
            </a:pPr>
            <a:r>
              <a:rPr lang="en-US" sz="2400" dirty="0">
                <a:latin typeface="Calibri" panose="020F0502020204030204" pitchFamily="34" charset="0"/>
                <a:ea typeface="Calibri" panose="020F0502020204030204" pitchFamily="34" charset="0"/>
                <a:cs typeface="Calibri" panose="020F0502020204030204" pitchFamily="34" charset="0"/>
              </a:rPr>
              <a:t>The results show USA as the country with the highest number of invoices.</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CC34F2FF-F727-8DC2-2325-0F03CCED4C3C}"/>
              </a:ext>
            </a:extLst>
          </p:cNvPr>
          <p:cNvSpPr txBox="1"/>
          <p:nvPr/>
        </p:nvSpPr>
        <p:spPr>
          <a:xfrm>
            <a:off x="570272" y="1284790"/>
            <a:ext cx="1183337" cy="400110"/>
          </a:xfrm>
          <a:prstGeom prst="rect">
            <a:avLst/>
          </a:prstGeom>
          <a:noFill/>
        </p:spPr>
        <p:txBody>
          <a:bodyPr wrap="none" rtlCol="0">
            <a:spAutoFit/>
          </a:bodyPr>
          <a:lstStyle/>
          <a:p>
            <a:r>
              <a:rPr lang="en-IN" sz="2000" b="1" dirty="0"/>
              <a:t>QUERY:</a:t>
            </a:r>
            <a:endParaRPr lang="en-IN" dirty="0"/>
          </a:p>
        </p:txBody>
      </p:sp>
      <p:sp>
        <p:nvSpPr>
          <p:cNvPr id="13" name="TextBox 12">
            <a:extLst>
              <a:ext uri="{FF2B5EF4-FFF2-40B4-BE49-F238E27FC236}">
                <a16:creationId xmlns:a16="http://schemas.microsoft.com/office/drawing/2014/main" id="{2A8EA2F3-524C-BFFD-0FA8-8EABDA775474}"/>
              </a:ext>
            </a:extLst>
          </p:cNvPr>
          <p:cNvSpPr txBox="1"/>
          <p:nvPr/>
        </p:nvSpPr>
        <p:spPr>
          <a:xfrm>
            <a:off x="6396559" y="1249583"/>
            <a:ext cx="1326004" cy="400110"/>
          </a:xfrm>
          <a:prstGeom prst="rect">
            <a:avLst/>
          </a:prstGeom>
          <a:noFill/>
        </p:spPr>
        <p:txBody>
          <a:bodyPr wrap="none" rtlCol="0">
            <a:spAutoFit/>
          </a:bodyPr>
          <a:lstStyle/>
          <a:p>
            <a:r>
              <a:rPr kumimoji="0" lang="en-IN" sz="2000" b="1" i="0" u="none" strike="noStrike" kern="0" cap="none" spc="0" normalizeH="0" baseline="0" noProof="0" dirty="0">
                <a:ln>
                  <a:noFill/>
                </a:ln>
                <a:solidFill>
                  <a:srgbClr val="000000"/>
                </a:solidFill>
                <a:effectLst/>
                <a:uLnTx/>
                <a:uFillTx/>
                <a:latin typeface="Arial"/>
                <a:cs typeface="Arial"/>
                <a:sym typeface="Arial"/>
              </a:rPr>
              <a:t>OUTPUT:</a:t>
            </a:r>
            <a:endParaRPr lang="en-IN" dirty="0"/>
          </a:p>
        </p:txBody>
      </p:sp>
    </p:spTree>
    <p:extLst>
      <p:ext uri="{BB962C8B-B14F-4D97-AF65-F5344CB8AC3E}">
        <p14:creationId xmlns:p14="http://schemas.microsoft.com/office/powerpoint/2010/main" val="21004765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985DC24-B56F-2B22-3A79-B3147A5F1337}"/>
              </a:ext>
            </a:extLst>
          </p:cNvPr>
          <p:cNvSpPr txBox="1"/>
          <p:nvPr/>
        </p:nvSpPr>
        <p:spPr>
          <a:xfrm>
            <a:off x="339397" y="500030"/>
            <a:ext cx="5974713" cy="461665"/>
          </a:xfrm>
          <a:prstGeom prst="rect">
            <a:avLst/>
          </a:prstGeom>
          <a:noFill/>
        </p:spPr>
        <p:txBody>
          <a:bodyPr wrap="none" rtlCol="0">
            <a:spAutoFit/>
          </a:bodyPr>
          <a:lstStyle/>
          <a:p>
            <a:r>
              <a:rPr lang="en-US" sz="2400" b="1" dirty="0"/>
              <a:t>Q</a:t>
            </a:r>
            <a:r>
              <a:rPr lang="en-US" sz="2400" dirty="0"/>
              <a:t>. </a:t>
            </a:r>
            <a:r>
              <a:rPr lang="en-IN" sz="2400" dirty="0">
                <a:latin typeface="Calibri" panose="020F0502020204030204" pitchFamily="34" charset="0"/>
                <a:ea typeface="Calibri" panose="020F0502020204030204" pitchFamily="34" charset="0"/>
                <a:cs typeface="Calibri" panose="020F0502020204030204" pitchFamily="34" charset="0"/>
              </a:rPr>
              <a:t>What are the top 3 values of total invoice? </a:t>
            </a:r>
          </a:p>
        </p:txBody>
      </p:sp>
      <p:pic>
        <p:nvPicPr>
          <p:cNvPr id="8" name="Picture 7">
            <a:extLst>
              <a:ext uri="{FF2B5EF4-FFF2-40B4-BE49-F238E27FC236}">
                <a16:creationId xmlns:a16="http://schemas.microsoft.com/office/drawing/2014/main" id="{EA2E72A9-FB56-F557-BAEF-7C95BCEB734E}"/>
              </a:ext>
            </a:extLst>
          </p:cNvPr>
          <p:cNvPicPr>
            <a:picLocks noChangeAspect="1"/>
          </p:cNvPicPr>
          <p:nvPr/>
        </p:nvPicPr>
        <p:blipFill>
          <a:blip r:embed="rId2"/>
          <a:stretch>
            <a:fillRect/>
          </a:stretch>
        </p:blipFill>
        <p:spPr>
          <a:xfrm>
            <a:off x="1583488" y="1771253"/>
            <a:ext cx="2391109" cy="1219370"/>
          </a:xfrm>
          <a:prstGeom prst="rect">
            <a:avLst/>
          </a:prstGeom>
        </p:spPr>
      </p:pic>
      <p:pic>
        <p:nvPicPr>
          <p:cNvPr id="10" name="Picture 9">
            <a:extLst>
              <a:ext uri="{FF2B5EF4-FFF2-40B4-BE49-F238E27FC236}">
                <a16:creationId xmlns:a16="http://schemas.microsoft.com/office/drawing/2014/main" id="{51E6AA35-55FE-A97F-26AA-1B1CE471339F}"/>
              </a:ext>
            </a:extLst>
          </p:cNvPr>
          <p:cNvPicPr>
            <a:picLocks noChangeAspect="1"/>
          </p:cNvPicPr>
          <p:nvPr/>
        </p:nvPicPr>
        <p:blipFill>
          <a:blip r:embed="rId3"/>
          <a:stretch>
            <a:fillRect/>
          </a:stretch>
        </p:blipFill>
        <p:spPr>
          <a:xfrm>
            <a:off x="7736546" y="1819050"/>
            <a:ext cx="2200582" cy="1609950"/>
          </a:xfrm>
          <a:prstGeom prst="rect">
            <a:avLst/>
          </a:prstGeom>
        </p:spPr>
      </p:pic>
      <p:sp>
        <p:nvSpPr>
          <p:cNvPr id="3" name="TextBox 2">
            <a:extLst>
              <a:ext uri="{FF2B5EF4-FFF2-40B4-BE49-F238E27FC236}">
                <a16:creationId xmlns:a16="http://schemas.microsoft.com/office/drawing/2014/main" id="{49F62905-858C-535A-6326-EEEFF607BC09}"/>
              </a:ext>
            </a:extLst>
          </p:cNvPr>
          <p:cNvSpPr txBox="1"/>
          <p:nvPr/>
        </p:nvSpPr>
        <p:spPr>
          <a:xfrm>
            <a:off x="607233" y="3698300"/>
            <a:ext cx="6096000" cy="461665"/>
          </a:xfrm>
          <a:prstGeom prst="rect">
            <a:avLst/>
          </a:prstGeom>
          <a:noFill/>
        </p:spPr>
        <p:txBody>
          <a:bodyPr wrap="square">
            <a:spAutoFit/>
          </a:bodyPr>
          <a:lstStyle/>
          <a:p>
            <a:r>
              <a:rPr lang="en-IN" sz="2400" b="1" dirty="0">
                <a:latin typeface="Calibri" panose="020F0502020204030204" pitchFamily="34" charset="0"/>
                <a:ea typeface="Calibri" panose="020F0502020204030204" pitchFamily="34" charset="0"/>
                <a:cs typeface="Calibri" panose="020F0502020204030204" pitchFamily="34" charset="0"/>
              </a:rPr>
              <a:t>KEY INSIGHTS</a:t>
            </a:r>
            <a:r>
              <a:rPr lang="en-IN" sz="1400" dirty="0"/>
              <a:t>:</a:t>
            </a:r>
          </a:p>
        </p:txBody>
      </p:sp>
      <p:sp>
        <p:nvSpPr>
          <p:cNvPr id="4" name="TextBox 3">
            <a:extLst>
              <a:ext uri="{FF2B5EF4-FFF2-40B4-BE49-F238E27FC236}">
                <a16:creationId xmlns:a16="http://schemas.microsoft.com/office/drawing/2014/main" id="{A6A9D7FD-106D-9EFD-DD3F-CB52E55A461A}"/>
              </a:ext>
            </a:extLst>
          </p:cNvPr>
          <p:cNvSpPr txBox="1"/>
          <p:nvPr/>
        </p:nvSpPr>
        <p:spPr>
          <a:xfrm>
            <a:off x="617065" y="4388409"/>
            <a:ext cx="10073592" cy="1200329"/>
          </a:xfrm>
          <a:prstGeom prst="rect">
            <a:avLst/>
          </a:prstGeom>
          <a:noFill/>
        </p:spPr>
        <p:txBody>
          <a:bodyPr wrap="none" rtlCol="0">
            <a:spAutoFit/>
          </a:bodyPr>
          <a:lstStyle/>
          <a:p>
            <a:pPr marL="285750" indent="-285750">
              <a:buFont typeface="Wingdings" panose="05000000000000000000" pitchFamily="2" charset="2"/>
              <a:buChar char="Ø"/>
            </a:pPr>
            <a:r>
              <a:rPr lang="en-US" sz="2400" dirty="0">
                <a:latin typeface="Calibri" panose="020F0502020204030204" pitchFamily="34" charset="0"/>
                <a:ea typeface="Calibri" panose="020F0502020204030204" pitchFamily="34" charset="0"/>
                <a:cs typeface="Calibri" panose="020F0502020204030204" pitchFamily="34" charset="0"/>
              </a:rPr>
              <a:t>Identifies the three invoices with the highest transaction values.</a:t>
            </a:r>
          </a:p>
          <a:p>
            <a:endParaRPr lang="en-US" sz="2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Ø"/>
            </a:pPr>
            <a:r>
              <a:rPr lang="en-US" sz="2400" dirty="0">
                <a:latin typeface="Calibri" panose="020F0502020204030204" pitchFamily="34" charset="0"/>
                <a:ea typeface="Calibri" panose="020F0502020204030204" pitchFamily="34" charset="0"/>
                <a:cs typeface="Calibri" panose="020F0502020204030204" pitchFamily="34" charset="0"/>
              </a:rPr>
              <a:t>The analysis highlights the largest individual purchases recorded in the store.</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54C1357A-46AB-948C-2258-FBEEFB78F0D6}"/>
              </a:ext>
            </a:extLst>
          </p:cNvPr>
          <p:cNvSpPr txBox="1"/>
          <p:nvPr/>
        </p:nvSpPr>
        <p:spPr>
          <a:xfrm>
            <a:off x="607233" y="1269262"/>
            <a:ext cx="1183337" cy="400110"/>
          </a:xfrm>
          <a:prstGeom prst="rect">
            <a:avLst/>
          </a:prstGeom>
          <a:noFill/>
        </p:spPr>
        <p:txBody>
          <a:bodyPr wrap="none" rtlCol="0">
            <a:spAutoFit/>
          </a:bodyPr>
          <a:lstStyle/>
          <a:p>
            <a:r>
              <a:rPr lang="en-IN" sz="2000" b="1" dirty="0"/>
              <a:t>QUERY:</a:t>
            </a:r>
            <a:endParaRPr lang="en-IN" dirty="0"/>
          </a:p>
        </p:txBody>
      </p:sp>
      <p:sp>
        <p:nvSpPr>
          <p:cNvPr id="9" name="TextBox 8">
            <a:extLst>
              <a:ext uri="{FF2B5EF4-FFF2-40B4-BE49-F238E27FC236}">
                <a16:creationId xmlns:a16="http://schemas.microsoft.com/office/drawing/2014/main" id="{E0E49D57-E047-A897-B817-C0220CC7152D}"/>
              </a:ext>
            </a:extLst>
          </p:cNvPr>
          <p:cNvSpPr txBox="1"/>
          <p:nvPr/>
        </p:nvSpPr>
        <p:spPr>
          <a:xfrm>
            <a:off x="6891401" y="1269263"/>
            <a:ext cx="1407025" cy="61555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2000" b="1" i="0" u="none" strike="noStrike" kern="0" cap="none" spc="0" normalizeH="0" baseline="0" noProof="0" dirty="0">
                <a:ln>
                  <a:noFill/>
                </a:ln>
                <a:solidFill>
                  <a:srgbClr val="000000"/>
                </a:solidFill>
                <a:effectLst/>
                <a:uLnTx/>
                <a:uFillTx/>
                <a:latin typeface="Arial"/>
                <a:cs typeface="Arial"/>
                <a:sym typeface="Arial"/>
              </a:rPr>
              <a:t>OUTPUT:</a:t>
            </a:r>
            <a:endParaRPr kumimoji="0" lang="en-IN" sz="1400" b="0" i="0" u="none" strike="noStrike" kern="0" cap="none" spc="0" normalizeH="0" baseline="0" noProof="0" dirty="0">
              <a:ln>
                <a:noFill/>
              </a:ln>
              <a:solidFill>
                <a:srgbClr val="000000"/>
              </a:solidFill>
              <a:effectLst/>
              <a:uLnTx/>
              <a:uFillTx/>
              <a:latin typeface="Arial"/>
              <a:cs typeface="Arial"/>
              <a:sym typeface="Arial"/>
            </a:endParaRPr>
          </a:p>
          <a:p>
            <a:endParaRPr lang="en-IN" dirty="0"/>
          </a:p>
        </p:txBody>
      </p:sp>
    </p:spTree>
    <p:extLst>
      <p:ext uri="{BB962C8B-B14F-4D97-AF65-F5344CB8AC3E}">
        <p14:creationId xmlns:p14="http://schemas.microsoft.com/office/powerpoint/2010/main" val="21705830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FD07643-C59C-AACF-26C7-2EC1A43CC342}"/>
              </a:ext>
            </a:extLst>
          </p:cNvPr>
          <p:cNvSpPr txBox="1"/>
          <p:nvPr/>
        </p:nvSpPr>
        <p:spPr>
          <a:xfrm>
            <a:off x="334297" y="357692"/>
            <a:ext cx="11400503" cy="1200329"/>
          </a:xfrm>
          <a:prstGeom prst="rect">
            <a:avLst/>
          </a:prstGeom>
          <a:noFill/>
        </p:spPr>
        <p:txBody>
          <a:bodyPr wrap="square" rtlCol="0">
            <a:spAutoFit/>
          </a:bodyPr>
          <a:lstStyle/>
          <a:p>
            <a:pPr algn="just"/>
            <a:r>
              <a:rPr lang="en-US" sz="2400" b="1" dirty="0"/>
              <a:t>Q</a:t>
            </a:r>
            <a:r>
              <a:rPr lang="en-US" sz="2400" dirty="0"/>
              <a:t>. </a:t>
            </a:r>
            <a:r>
              <a:rPr lang="en-IN" sz="2400" dirty="0">
                <a:latin typeface="Calibri" panose="020F0502020204030204" pitchFamily="34" charset="0"/>
                <a:ea typeface="Calibri" panose="020F0502020204030204" pitchFamily="34" charset="0"/>
                <a:cs typeface="Calibri" panose="020F0502020204030204" pitchFamily="34" charset="0"/>
              </a:rPr>
              <a:t>Which city has the best customers? - We would like to throw a promotional Music Festival in the city we made the most money. Write a query that returns one city that has the highest sum of invoice totals. Return both the city name &amp; sum of all invoice totals</a:t>
            </a:r>
          </a:p>
        </p:txBody>
      </p:sp>
      <p:pic>
        <p:nvPicPr>
          <p:cNvPr id="4" name="Picture 3">
            <a:extLst>
              <a:ext uri="{FF2B5EF4-FFF2-40B4-BE49-F238E27FC236}">
                <a16:creationId xmlns:a16="http://schemas.microsoft.com/office/drawing/2014/main" id="{291EC967-007E-9798-9264-3D4AB3847ECD}"/>
              </a:ext>
            </a:extLst>
          </p:cNvPr>
          <p:cNvPicPr>
            <a:picLocks noChangeAspect="1"/>
          </p:cNvPicPr>
          <p:nvPr/>
        </p:nvPicPr>
        <p:blipFill>
          <a:blip r:embed="rId2"/>
          <a:stretch>
            <a:fillRect/>
          </a:stretch>
        </p:blipFill>
        <p:spPr>
          <a:xfrm>
            <a:off x="1507615" y="2072387"/>
            <a:ext cx="3772426" cy="1467055"/>
          </a:xfrm>
          <a:prstGeom prst="rect">
            <a:avLst/>
          </a:prstGeom>
        </p:spPr>
      </p:pic>
      <p:pic>
        <p:nvPicPr>
          <p:cNvPr id="6" name="Picture 5">
            <a:extLst>
              <a:ext uri="{FF2B5EF4-FFF2-40B4-BE49-F238E27FC236}">
                <a16:creationId xmlns:a16="http://schemas.microsoft.com/office/drawing/2014/main" id="{B5BA60BD-A35C-FCB0-D17A-65B7C2DE641E}"/>
              </a:ext>
            </a:extLst>
          </p:cNvPr>
          <p:cNvPicPr>
            <a:picLocks noChangeAspect="1"/>
          </p:cNvPicPr>
          <p:nvPr/>
        </p:nvPicPr>
        <p:blipFill>
          <a:blip r:embed="rId3"/>
          <a:stretch>
            <a:fillRect/>
          </a:stretch>
        </p:blipFill>
        <p:spPr>
          <a:xfrm>
            <a:off x="7403709" y="2283687"/>
            <a:ext cx="2600688" cy="1381318"/>
          </a:xfrm>
          <a:prstGeom prst="rect">
            <a:avLst/>
          </a:prstGeom>
        </p:spPr>
      </p:pic>
      <p:sp>
        <p:nvSpPr>
          <p:cNvPr id="5" name="TextBox 4">
            <a:extLst>
              <a:ext uri="{FF2B5EF4-FFF2-40B4-BE49-F238E27FC236}">
                <a16:creationId xmlns:a16="http://schemas.microsoft.com/office/drawing/2014/main" id="{F0565DA1-6F49-7A60-3B10-5E14BF6A342C}"/>
              </a:ext>
            </a:extLst>
          </p:cNvPr>
          <p:cNvSpPr txBox="1"/>
          <p:nvPr/>
        </p:nvSpPr>
        <p:spPr>
          <a:xfrm>
            <a:off x="687983" y="3841157"/>
            <a:ext cx="6096000" cy="461665"/>
          </a:xfrm>
          <a:prstGeom prst="rect">
            <a:avLst/>
          </a:prstGeom>
          <a:noFill/>
        </p:spPr>
        <p:txBody>
          <a:bodyPr wrap="square">
            <a:spAutoFit/>
          </a:bodyPr>
          <a:lstStyle/>
          <a:p>
            <a:r>
              <a:rPr lang="en-IN" sz="2400" b="1" dirty="0">
                <a:latin typeface="Calibri" panose="020F0502020204030204" pitchFamily="34" charset="0"/>
                <a:ea typeface="Calibri" panose="020F0502020204030204" pitchFamily="34" charset="0"/>
                <a:cs typeface="Calibri" panose="020F0502020204030204" pitchFamily="34" charset="0"/>
              </a:rPr>
              <a:t>KEY INSIGHTS</a:t>
            </a:r>
            <a:r>
              <a:rPr lang="en-IN" sz="1400" dirty="0"/>
              <a:t>:</a:t>
            </a:r>
          </a:p>
        </p:txBody>
      </p:sp>
      <p:sp>
        <p:nvSpPr>
          <p:cNvPr id="7" name="TextBox 6">
            <a:extLst>
              <a:ext uri="{FF2B5EF4-FFF2-40B4-BE49-F238E27FC236}">
                <a16:creationId xmlns:a16="http://schemas.microsoft.com/office/drawing/2014/main" id="{D336920E-F0D5-EBD8-97E5-D62284509464}"/>
              </a:ext>
            </a:extLst>
          </p:cNvPr>
          <p:cNvSpPr txBox="1"/>
          <p:nvPr/>
        </p:nvSpPr>
        <p:spPr>
          <a:xfrm>
            <a:off x="776749" y="4542859"/>
            <a:ext cx="8326318" cy="1200329"/>
          </a:xfrm>
          <a:prstGeom prst="rect">
            <a:avLst/>
          </a:prstGeom>
          <a:noFill/>
        </p:spPr>
        <p:txBody>
          <a:bodyPr wrap="none" rtlCol="0">
            <a:spAutoFit/>
          </a:bodyPr>
          <a:lstStyle/>
          <a:p>
            <a:pPr marL="285750" indent="-285750">
              <a:buFont typeface="Wingdings" panose="05000000000000000000" pitchFamily="2" charset="2"/>
              <a:buChar char="Ø"/>
            </a:pPr>
            <a:r>
              <a:rPr lang="en-US" sz="2400" dirty="0">
                <a:latin typeface="Calibri" panose="020F0502020204030204" pitchFamily="34" charset="0"/>
                <a:ea typeface="Calibri" panose="020F0502020204030204" pitchFamily="34" charset="0"/>
                <a:cs typeface="Calibri" panose="020F0502020204030204" pitchFamily="34" charset="0"/>
              </a:rPr>
              <a:t>Compares total sales generated by different billing cities.</a:t>
            </a:r>
          </a:p>
          <a:p>
            <a:endParaRPr lang="en-US" sz="2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Ø"/>
            </a:pPr>
            <a:r>
              <a:rPr lang="en-US" sz="2400" dirty="0">
                <a:latin typeface="Calibri" panose="020F0502020204030204" pitchFamily="34" charset="0"/>
                <a:ea typeface="Calibri" panose="020F0502020204030204" pitchFamily="34" charset="0"/>
                <a:cs typeface="Calibri" panose="020F0502020204030204" pitchFamily="34" charset="0"/>
              </a:rPr>
              <a:t>Prague records the highest total sales of 273.24 in the analysis.</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C9DFE170-0AF5-02E0-9A89-4E34493AD297}"/>
              </a:ext>
            </a:extLst>
          </p:cNvPr>
          <p:cNvSpPr txBox="1"/>
          <p:nvPr/>
        </p:nvSpPr>
        <p:spPr>
          <a:xfrm>
            <a:off x="516937" y="1602170"/>
            <a:ext cx="1148071" cy="400110"/>
          </a:xfrm>
          <a:prstGeom prst="rect">
            <a:avLst/>
          </a:prstGeom>
          <a:noFill/>
        </p:spPr>
        <p:txBody>
          <a:bodyPr wrap="none" rtlCol="0">
            <a:spAutoFit/>
          </a:bodyPr>
          <a:lstStyle/>
          <a:p>
            <a:r>
              <a:rPr lang="en-IN" sz="2000" b="1" dirty="0"/>
              <a:t>QUERY</a:t>
            </a:r>
            <a:r>
              <a:rPr lang="en-IN" dirty="0"/>
              <a:t>:</a:t>
            </a:r>
          </a:p>
        </p:txBody>
      </p:sp>
      <p:sp>
        <p:nvSpPr>
          <p:cNvPr id="10" name="TextBox 9">
            <a:extLst>
              <a:ext uri="{FF2B5EF4-FFF2-40B4-BE49-F238E27FC236}">
                <a16:creationId xmlns:a16="http://schemas.microsoft.com/office/drawing/2014/main" id="{A07574C5-EB96-DAB7-4113-DCAB8E5A602B}"/>
              </a:ext>
            </a:extLst>
          </p:cNvPr>
          <p:cNvSpPr txBox="1"/>
          <p:nvPr/>
        </p:nvSpPr>
        <p:spPr>
          <a:xfrm>
            <a:off x="6322142" y="1668134"/>
            <a:ext cx="1366684" cy="61555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2000" b="1" i="0" u="none" strike="noStrike" kern="0" cap="none" spc="0" normalizeH="0" baseline="0" noProof="0" dirty="0">
                <a:ln>
                  <a:noFill/>
                </a:ln>
                <a:solidFill>
                  <a:srgbClr val="000000"/>
                </a:solidFill>
                <a:effectLst/>
                <a:uLnTx/>
                <a:uFillTx/>
                <a:latin typeface="Arial"/>
                <a:cs typeface="Arial"/>
                <a:sym typeface="Arial"/>
              </a:rPr>
              <a:t>OUTPUT:</a:t>
            </a:r>
            <a:endParaRPr kumimoji="0" lang="en-IN" sz="1400" b="0" i="0" u="none" strike="noStrike" kern="0" cap="none" spc="0" normalizeH="0" baseline="0" noProof="0" dirty="0">
              <a:ln>
                <a:noFill/>
              </a:ln>
              <a:solidFill>
                <a:srgbClr val="000000"/>
              </a:solidFill>
              <a:effectLst/>
              <a:uLnTx/>
              <a:uFillTx/>
              <a:latin typeface="Arial"/>
              <a:cs typeface="Arial"/>
              <a:sym typeface="Arial"/>
            </a:endParaRPr>
          </a:p>
          <a:p>
            <a:endParaRPr lang="en-IN" dirty="0"/>
          </a:p>
        </p:txBody>
      </p:sp>
    </p:spTree>
    <p:extLst>
      <p:ext uri="{BB962C8B-B14F-4D97-AF65-F5344CB8AC3E}">
        <p14:creationId xmlns:p14="http://schemas.microsoft.com/office/powerpoint/2010/main" val="19684466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96B9333-1B51-B1EA-DA9E-C113390F34B7}"/>
              </a:ext>
            </a:extLst>
          </p:cNvPr>
          <p:cNvSpPr txBox="1"/>
          <p:nvPr/>
        </p:nvSpPr>
        <p:spPr>
          <a:xfrm>
            <a:off x="530942" y="474795"/>
            <a:ext cx="10756835" cy="1200329"/>
          </a:xfrm>
          <a:prstGeom prst="rect">
            <a:avLst/>
          </a:prstGeom>
          <a:noFill/>
        </p:spPr>
        <p:txBody>
          <a:bodyPr wrap="square" rtlCol="0">
            <a:spAutoFit/>
          </a:bodyPr>
          <a:lstStyle/>
          <a:p>
            <a:pPr algn="just"/>
            <a:r>
              <a:rPr lang="en-US" sz="2400" b="1" dirty="0"/>
              <a:t>Q</a:t>
            </a:r>
            <a:r>
              <a:rPr lang="en-US" sz="2400" dirty="0"/>
              <a:t>. </a:t>
            </a:r>
            <a:r>
              <a:rPr lang="en-IN" sz="2400" dirty="0">
                <a:latin typeface="Calibri" panose="020F0502020204030204" pitchFamily="34" charset="0"/>
                <a:ea typeface="Calibri" panose="020F0502020204030204" pitchFamily="34" charset="0"/>
                <a:cs typeface="Calibri" panose="020F0502020204030204" pitchFamily="34" charset="0"/>
              </a:rPr>
              <a:t>Who is the best customer? - The customer who has spent the most money will be declared the best customer. Write a query that returns the person who has spent the most money</a:t>
            </a:r>
          </a:p>
        </p:txBody>
      </p:sp>
      <p:pic>
        <p:nvPicPr>
          <p:cNvPr id="4" name="Picture 3">
            <a:extLst>
              <a:ext uri="{FF2B5EF4-FFF2-40B4-BE49-F238E27FC236}">
                <a16:creationId xmlns:a16="http://schemas.microsoft.com/office/drawing/2014/main" id="{28922523-A35A-E501-6C2B-6A0E15E7F257}"/>
              </a:ext>
            </a:extLst>
          </p:cNvPr>
          <p:cNvPicPr>
            <a:picLocks noChangeAspect="1"/>
          </p:cNvPicPr>
          <p:nvPr/>
        </p:nvPicPr>
        <p:blipFill>
          <a:blip r:embed="rId2"/>
          <a:stretch>
            <a:fillRect/>
          </a:stretch>
        </p:blipFill>
        <p:spPr>
          <a:xfrm>
            <a:off x="1602108" y="2132039"/>
            <a:ext cx="4189092" cy="1838582"/>
          </a:xfrm>
          <a:prstGeom prst="rect">
            <a:avLst/>
          </a:prstGeom>
        </p:spPr>
      </p:pic>
      <p:pic>
        <p:nvPicPr>
          <p:cNvPr id="6" name="Picture 5">
            <a:extLst>
              <a:ext uri="{FF2B5EF4-FFF2-40B4-BE49-F238E27FC236}">
                <a16:creationId xmlns:a16="http://schemas.microsoft.com/office/drawing/2014/main" id="{F8155E7A-03B0-2C3D-D53C-77103B1952C3}"/>
              </a:ext>
            </a:extLst>
          </p:cNvPr>
          <p:cNvPicPr>
            <a:picLocks noChangeAspect="1"/>
          </p:cNvPicPr>
          <p:nvPr/>
        </p:nvPicPr>
        <p:blipFill>
          <a:blip r:embed="rId3"/>
          <a:stretch>
            <a:fillRect/>
          </a:stretch>
        </p:blipFill>
        <p:spPr>
          <a:xfrm>
            <a:off x="7339106" y="2377941"/>
            <a:ext cx="3697274" cy="933580"/>
          </a:xfrm>
          <a:prstGeom prst="rect">
            <a:avLst/>
          </a:prstGeom>
        </p:spPr>
      </p:pic>
      <p:sp>
        <p:nvSpPr>
          <p:cNvPr id="5" name="TextBox 4">
            <a:extLst>
              <a:ext uri="{FF2B5EF4-FFF2-40B4-BE49-F238E27FC236}">
                <a16:creationId xmlns:a16="http://schemas.microsoft.com/office/drawing/2014/main" id="{13878CBE-5AB7-A7F0-767E-3DFDC9B23790}"/>
              </a:ext>
            </a:extLst>
          </p:cNvPr>
          <p:cNvSpPr txBox="1"/>
          <p:nvPr/>
        </p:nvSpPr>
        <p:spPr>
          <a:xfrm>
            <a:off x="717755" y="4014339"/>
            <a:ext cx="6096000" cy="461665"/>
          </a:xfrm>
          <a:prstGeom prst="rect">
            <a:avLst/>
          </a:prstGeom>
          <a:noFill/>
        </p:spPr>
        <p:txBody>
          <a:bodyPr wrap="square">
            <a:spAutoFit/>
          </a:bodyPr>
          <a:lstStyle/>
          <a:p>
            <a:r>
              <a:rPr lang="en-IN" sz="2400" b="1" dirty="0">
                <a:latin typeface="Calibri" panose="020F0502020204030204" pitchFamily="34" charset="0"/>
                <a:ea typeface="Calibri" panose="020F0502020204030204" pitchFamily="34" charset="0"/>
                <a:cs typeface="Calibri" panose="020F0502020204030204" pitchFamily="34" charset="0"/>
              </a:rPr>
              <a:t>KEY INSIGHTS</a:t>
            </a:r>
            <a:r>
              <a:rPr lang="en-IN" sz="1400" dirty="0"/>
              <a:t>:</a:t>
            </a:r>
          </a:p>
        </p:txBody>
      </p:sp>
      <p:sp>
        <p:nvSpPr>
          <p:cNvPr id="7" name="TextBox 6">
            <a:extLst>
              <a:ext uri="{FF2B5EF4-FFF2-40B4-BE49-F238E27FC236}">
                <a16:creationId xmlns:a16="http://schemas.microsoft.com/office/drawing/2014/main" id="{6083E312-EFB9-5125-99D7-264E32DC31B7}"/>
              </a:ext>
            </a:extLst>
          </p:cNvPr>
          <p:cNvSpPr txBox="1"/>
          <p:nvPr/>
        </p:nvSpPr>
        <p:spPr>
          <a:xfrm>
            <a:off x="894735" y="4659241"/>
            <a:ext cx="9509334" cy="1200329"/>
          </a:xfrm>
          <a:prstGeom prst="rect">
            <a:avLst/>
          </a:prstGeom>
          <a:noFill/>
        </p:spPr>
        <p:txBody>
          <a:bodyPr wrap="none" rtlCol="0">
            <a:spAutoFit/>
          </a:bodyPr>
          <a:lstStyle/>
          <a:p>
            <a:pPr marL="285750" indent="-285750">
              <a:buFont typeface="Wingdings" panose="05000000000000000000" pitchFamily="2" charset="2"/>
              <a:buChar char="Ø"/>
            </a:pPr>
            <a:r>
              <a:rPr lang="en-US" sz="2400" dirty="0">
                <a:latin typeface="Calibri" panose="020F0502020204030204" pitchFamily="34" charset="0"/>
                <a:ea typeface="Calibri" panose="020F0502020204030204" pitchFamily="34" charset="0"/>
                <a:cs typeface="Calibri" panose="020F0502020204030204" pitchFamily="34" charset="0"/>
              </a:rPr>
              <a:t>Analyzes customer spending to identify the highest-value customer.</a:t>
            </a:r>
          </a:p>
          <a:p>
            <a:endParaRPr lang="en-US" sz="2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Ø"/>
            </a:pPr>
            <a:r>
              <a:rPr lang="en-US" sz="2400" dirty="0">
                <a:latin typeface="Calibri" panose="020F0502020204030204" pitchFamily="34" charset="0"/>
                <a:ea typeface="Calibri" panose="020F0502020204030204" pitchFamily="34" charset="0"/>
                <a:cs typeface="Calibri" panose="020F0502020204030204" pitchFamily="34" charset="0"/>
              </a:rPr>
              <a:t>František </a:t>
            </a:r>
            <a:r>
              <a:rPr lang="en-US" sz="2400" dirty="0" err="1">
                <a:latin typeface="Calibri" panose="020F0502020204030204" pitchFamily="34" charset="0"/>
                <a:ea typeface="Calibri" panose="020F0502020204030204" pitchFamily="34" charset="0"/>
                <a:cs typeface="Calibri" panose="020F0502020204030204" pitchFamily="34" charset="0"/>
              </a:rPr>
              <a:t>Wichterlová</a:t>
            </a:r>
            <a:r>
              <a:rPr lang="en-US" sz="2400" dirty="0">
                <a:latin typeface="Calibri" panose="020F0502020204030204" pitchFamily="34" charset="0"/>
                <a:ea typeface="Calibri" panose="020F0502020204030204" pitchFamily="34" charset="0"/>
                <a:cs typeface="Calibri" panose="020F0502020204030204" pitchFamily="34" charset="0"/>
              </a:rPr>
              <a:t> is the top customer with total spending of 144.54.</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89873F06-8F8F-3E5F-A907-FB8C0545CEB1}"/>
              </a:ext>
            </a:extLst>
          </p:cNvPr>
          <p:cNvSpPr txBox="1"/>
          <p:nvPr/>
        </p:nvSpPr>
        <p:spPr>
          <a:xfrm>
            <a:off x="717755" y="1688212"/>
            <a:ext cx="1148071" cy="400110"/>
          </a:xfrm>
          <a:prstGeom prst="rect">
            <a:avLst/>
          </a:prstGeom>
          <a:noFill/>
        </p:spPr>
        <p:txBody>
          <a:bodyPr wrap="none" rtlCol="0">
            <a:spAutoFit/>
          </a:bodyPr>
          <a:lstStyle/>
          <a:p>
            <a:r>
              <a:rPr lang="en-IN" sz="2000" b="1" dirty="0"/>
              <a:t>QUERY</a:t>
            </a:r>
            <a:r>
              <a:rPr lang="en-IN" dirty="0"/>
              <a:t>:</a:t>
            </a:r>
          </a:p>
        </p:txBody>
      </p:sp>
      <p:sp>
        <p:nvSpPr>
          <p:cNvPr id="10" name="TextBox 9">
            <a:extLst>
              <a:ext uri="{FF2B5EF4-FFF2-40B4-BE49-F238E27FC236}">
                <a16:creationId xmlns:a16="http://schemas.microsoft.com/office/drawing/2014/main" id="{8DC803B2-F8DC-38EF-BD10-5109B24CF240}"/>
              </a:ext>
            </a:extLst>
          </p:cNvPr>
          <p:cNvSpPr txBox="1"/>
          <p:nvPr/>
        </p:nvSpPr>
        <p:spPr>
          <a:xfrm>
            <a:off x="6676104" y="1703526"/>
            <a:ext cx="1326004"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2000" b="1" i="0" u="none" strike="noStrike" kern="0" cap="none" spc="0" normalizeH="0" baseline="0" noProof="0" dirty="0">
                <a:ln>
                  <a:noFill/>
                </a:ln>
                <a:solidFill>
                  <a:srgbClr val="000000"/>
                </a:solidFill>
                <a:effectLst/>
                <a:uLnTx/>
                <a:uFillTx/>
                <a:latin typeface="Arial"/>
                <a:cs typeface="Arial"/>
                <a:sym typeface="Arial"/>
              </a:rPr>
              <a:t>OUTPUT:</a:t>
            </a:r>
            <a:endParaRPr kumimoji="0" lang="en-IN" sz="1400" b="0" i="0" u="none" strike="noStrike" kern="0" cap="none" spc="0" normalizeH="0" baseline="0" noProof="0" dirty="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42627089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E18A702-170D-3A35-57FD-6A064B6C24D0}"/>
              </a:ext>
            </a:extLst>
          </p:cNvPr>
          <p:cNvSpPr txBox="1"/>
          <p:nvPr/>
        </p:nvSpPr>
        <p:spPr>
          <a:xfrm>
            <a:off x="452284" y="414900"/>
            <a:ext cx="10936503" cy="830997"/>
          </a:xfrm>
          <a:prstGeom prst="rect">
            <a:avLst/>
          </a:prstGeom>
          <a:noFill/>
        </p:spPr>
        <p:txBody>
          <a:bodyPr wrap="square" rtlCol="0">
            <a:spAutoFit/>
          </a:bodyPr>
          <a:lstStyle/>
          <a:p>
            <a:pPr algn="just"/>
            <a:r>
              <a:rPr lang="en-US" sz="2400" b="1" dirty="0"/>
              <a:t>Q</a:t>
            </a:r>
            <a:r>
              <a:rPr lang="en-US" sz="2400" dirty="0"/>
              <a:t>. </a:t>
            </a:r>
            <a:r>
              <a:rPr lang="en-IN" sz="2400" dirty="0">
                <a:latin typeface="Calibri" panose="020F0502020204030204" pitchFamily="34" charset="0"/>
                <a:ea typeface="Calibri" panose="020F0502020204030204" pitchFamily="34" charset="0"/>
                <a:cs typeface="Calibri" panose="020F0502020204030204" pitchFamily="34" charset="0"/>
              </a:rPr>
              <a:t>Write a query to return the email, first name, last name, &amp; Genre of all Rock Music listeners. Return your list ordered alphabetically by email starting with A </a:t>
            </a:r>
          </a:p>
        </p:txBody>
      </p:sp>
      <p:pic>
        <p:nvPicPr>
          <p:cNvPr id="4" name="Picture 3">
            <a:extLst>
              <a:ext uri="{FF2B5EF4-FFF2-40B4-BE49-F238E27FC236}">
                <a16:creationId xmlns:a16="http://schemas.microsoft.com/office/drawing/2014/main" id="{3313397D-43FB-07AC-A446-A8ADC50F5018}"/>
              </a:ext>
            </a:extLst>
          </p:cNvPr>
          <p:cNvPicPr>
            <a:picLocks noChangeAspect="1"/>
          </p:cNvPicPr>
          <p:nvPr/>
        </p:nvPicPr>
        <p:blipFill>
          <a:blip r:embed="rId2"/>
          <a:stretch>
            <a:fillRect/>
          </a:stretch>
        </p:blipFill>
        <p:spPr>
          <a:xfrm>
            <a:off x="1422647" y="1763033"/>
            <a:ext cx="4181741" cy="2552541"/>
          </a:xfrm>
          <a:prstGeom prst="rect">
            <a:avLst/>
          </a:prstGeom>
        </p:spPr>
      </p:pic>
      <p:pic>
        <p:nvPicPr>
          <p:cNvPr id="6" name="Picture 5">
            <a:extLst>
              <a:ext uri="{FF2B5EF4-FFF2-40B4-BE49-F238E27FC236}">
                <a16:creationId xmlns:a16="http://schemas.microsoft.com/office/drawing/2014/main" id="{ED818D50-461C-2730-7071-EE5F262B3826}"/>
              </a:ext>
            </a:extLst>
          </p:cNvPr>
          <p:cNvPicPr>
            <a:picLocks noChangeAspect="1"/>
          </p:cNvPicPr>
          <p:nvPr/>
        </p:nvPicPr>
        <p:blipFill>
          <a:blip r:embed="rId3"/>
          <a:srcRect b="42762"/>
          <a:stretch>
            <a:fillRect/>
          </a:stretch>
        </p:blipFill>
        <p:spPr>
          <a:xfrm>
            <a:off x="6508956" y="1915491"/>
            <a:ext cx="3926103" cy="1652175"/>
          </a:xfrm>
          <a:prstGeom prst="rect">
            <a:avLst/>
          </a:prstGeom>
        </p:spPr>
      </p:pic>
      <p:sp>
        <p:nvSpPr>
          <p:cNvPr id="5" name="TextBox 4">
            <a:extLst>
              <a:ext uri="{FF2B5EF4-FFF2-40B4-BE49-F238E27FC236}">
                <a16:creationId xmlns:a16="http://schemas.microsoft.com/office/drawing/2014/main" id="{EADB444A-AB4C-3BEB-B74C-015C662840AF}"/>
              </a:ext>
            </a:extLst>
          </p:cNvPr>
          <p:cNvSpPr txBox="1"/>
          <p:nvPr/>
        </p:nvSpPr>
        <p:spPr>
          <a:xfrm>
            <a:off x="707648" y="4370664"/>
            <a:ext cx="6096000" cy="461665"/>
          </a:xfrm>
          <a:prstGeom prst="rect">
            <a:avLst/>
          </a:prstGeom>
          <a:noFill/>
        </p:spPr>
        <p:txBody>
          <a:bodyPr wrap="square">
            <a:spAutoFit/>
          </a:bodyPr>
          <a:lstStyle/>
          <a:p>
            <a:r>
              <a:rPr lang="en-IN" sz="2400" b="1" dirty="0">
                <a:latin typeface="Calibri" panose="020F0502020204030204" pitchFamily="34" charset="0"/>
                <a:ea typeface="Calibri" panose="020F0502020204030204" pitchFamily="34" charset="0"/>
                <a:cs typeface="Calibri" panose="020F0502020204030204" pitchFamily="34" charset="0"/>
              </a:rPr>
              <a:t>KEY INSIGHTS</a:t>
            </a:r>
            <a:r>
              <a:rPr lang="en-IN" sz="1400" dirty="0"/>
              <a:t>:</a:t>
            </a:r>
          </a:p>
        </p:txBody>
      </p:sp>
      <p:sp>
        <p:nvSpPr>
          <p:cNvPr id="7" name="TextBox 6">
            <a:extLst>
              <a:ext uri="{FF2B5EF4-FFF2-40B4-BE49-F238E27FC236}">
                <a16:creationId xmlns:a16="http://schemas.microsoft.com/office/drawing/2014/main" id="{636B16BE-BC92-7D4C-7C2A-1D79B4BD8362}"/>
              </a:ext>
            </a:extLst>
          </p:cNvPr>
          <p:cNvSpPr txBox="1"/>
          <p:nvPr/>
        </p:nvSpPr>
        <p:spPr>
          <a:xfrm>
            <a:off x="762582" y="4942509"/>
            <a:ext cx="9825126" cy="1200329"/>
          </a:xfrm>
          <a:prstGeom prst="rect">
            <a:avLst/>
          </a:prstGeom>
          <a:noFill/>
        </p:spPr>
        <p:txBody>
          <a:bodyPr wrap="none" rtlCol="0">
            <a:spAutoFit/>
          </a:bodyPr>
          <a:lstStyle/>
          <a:p>
            <a:pPr marL="285750" indent="-285750">
              <a:buFont typeface="Wingdings" panose="05000000000000000000" pitchFamily="2" charset="2"/>
              <a:buChar char="Ø"/>
            </a:pPr>
            <a:r>
              <a:rPr lang="en-US" sz="2400" dirty="0">
                <a:latin typeface="Calibri" panose="020F0502020204030204" pitchFamily="34" charset="0"/>
                <a:ea typeface="Calibri" panose="020F0502020204030204" pitchFamily="34" charset="0"/>
                <a:cs typeface="Calibri" panose="020F0502020204030204" pitchFamily="34" charset="0"/>
              </a:rPr>
              <a:t>Identifies customers who purchased tracks belonging to the Rock genre.</a:t>
            </a:r>
          </a:p>
          <a:p>
            <a:endParaRPr lang="en-US" sz="2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Ø"/>
            </a:pPr>
            <a:r>
              <a:rPr lang="en-US" sz="2400" dirty="0">
                <a:latin typeface="Calibri" panose="020F0502020204030204" pitchFamily="34" charset="0"/>
                <a:ea typeface="Calibri" panose="020F0502020204030204" pitchFamily="34" charset="0"/>
                <a:cs typeface="Calibri" panose="020F0502020204030204" pitchFamily="34" charset="0"/>
              </a:rPr>
              <a:t>The analysis helps understand the customer base interested in Rock music.</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25C5D75C-F923-D57A-C748-47E164DCA8A1}"/>
              </a:ext>
            </a:extLst>
          </p:cNvPr>
          <p:cNvSpPr txBox="1"/>
          <p:nvPr/>
        </p:nvSpPr>
        <p:spPr>
          <a:xfrm>
            <a:off x="536440" y="1356077"/>
            <a:ext cx="1148071" cy="400110"/>
          </a:xfrm>
          <a:prstGeom prst="rect">
            <a:avLst/>
          </a:prstGeom>
          <a:noFill/>
        </p:spPr>
        <p:txBody>
          <a:bodyPr wrap="none" rtlCol="0">
            <a:spAutoFit/>
          </a:bodyPr>
          <a:lstStyle/>
          <a:p>
            <a:r>
              <a:rPr lang="en-IN" sz="2000" b="1" dirty="0"/>
              <a:t>QUERY</a:t>
            </a:r>
            <a:r>
              <a:rPr lang="en-IN" dirty="0"/>
              <a:t>:</a:t>
            </a:r>
          </a:p>
        </p:txBody>
      </p:sp>
      <p:sp>
        <p:nvSpPr>
          <p:cNvPr id="10" name="TextBox 9">
            <a:extLst>
              <a:ext uri="{FF2B5EF4-FFF2-40B4-BE49-F238E27FC236}">
                <a16:creationId xmlns:a16="http://schemas.microsoft.com/office/drawing/2014/main" id="{F7CCA711-EF48-F7ED-6982-A790CB6D588B}"/>
              </a:ext>
            </a:extLst>
          </p:cNvPr>
          <p:cNvSpPr txBox="1"/>
          <p:nvPr/>
        </p:nvSpPr>
        <p:spPr>
          <a:xfrm>
            <a:off x="6140646" y="1433841"/>
            <a:ext cx="1326004" cy="615553"/>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2000" b="1" i="0" u="none" strike="noStrike" kern="0" cap="none" spc="0" normalizeH="0" baseline="0" noProof="0" dirty="0">
                <a:ln>
                  <a:noFill/>
                </a:ln>
                <a:solidFill>
                  <a:srgbClr val="000000"/>
                </a:solidFill>
                <a:effectLst/>
                <a:uLnTx/>
                <a:uFillTx/>
                <a:latin typeface="Arial"/>
                <a:cs typeface="Arial"/>
                <a:sym typeface="Arial"/>
              </a:rPr>
              <a:t>OUTPUT:</a:t>
            </a:r>
            <a:endParaRPr kumimoji="0" lang="en-IN" sz="1400" b="0" i="0" u="none" strike="noStrike" kern="0" cap="none" spc="0" normalizeH="0" baseline="0" noProof="0" dirty="0">
              <a:ln>
                <a:noFill/>
              </a:ln>
              <a:solidFill>
                <a:srgbClr val="000000"/>
              </a:solidFill>
              <a:effectLst/>
              <a:uLnTx/>
              <a:uFillTx/>
              <a:latin typeface="Arial"/>
              <a:cs typeface="Arial"/>
              <a:sym typeface="Arial"/>
            </a:endParaRPr>
          </a:p>
          <a:p>
            <a:endParaRPr lang="en-IN" dirty="0"/>
          </a:p>
        </p:txBody>
      </p:sp>
    </p:spTree>
    <p:extLst>
      <p:ext uri="{BB962C8B-B14F-4D97-AF65-F5344CB8AC3E}">
        <p14:creationId xmlns:p14="http://schemas.microsoft.com/office/powerpoint/2010/main" val="35957935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737CD8-36DC-E449-BD71-FE8DC6CF3995}"/>
              </a:ext>
            </a:extLst>
          </p:cNvPr>
          <p:cNvSpPr txBox="1"/>
          <p:nvPr/>
        </p:nvSpPr>
        <p:spPr>
          <a:xfrm>
            <a:off x="285135" y="358072"/>
            <a:ext cx="10937929" cy="830997"/>
          </a:xfrm>
          <a:prstGeom prst="rect">
            <a:avLst/>
          </a:prstGeom>
          <a:noFill/>
        </p:spPr>
        <p:txBody>
          <a:bodyPr wrap="square" rtlCol="0">
            <a:spAutoFit/>
          </a:bodyPr>
          <a:lstStyle/>
          <a:p>
            <a:pPr algn="just"/>
            <a:r>
              <a:rPr lang="en-US" sz="2400" dirty="0">
                <a:latin typeface="Calibri" panose="020F0502020204030204" pitchFamily="34" charset="0"/>
                <a:ea typeface="Calibri" panose="020F0502020204030204" pitchFamily="34" charset="0"/>
                <a:cs typeface="Calibri" panose="020F0502020204030204" pitchFamily="34" charset="0"/>
              </a:rPr>
              <a:t> </a:t>
            </a:r>
            <a:r>
              <a:rPr lang="en-US" sz="2400" b="1" dirty="0"/>
              <a:t>Q</a:t>
            </a:r>
            <a:r>
              <a:rPr lang="en-US" sz="2400" dirty="0"/>
              <a:t>. </a:t>
            </a:r>
            <a:r>
              <a:rPr lang="en-US" sz="2400" dirty="0">
                <a:latin typeface="Calibri" panose="020F0502020204030204" pitchFamily="34" charset="0"/>
                <a:ea typeface="Calibri" panose="020F0502020204030204" pitchFamily="34" charset="0"/>
                <a:cs typeface="Calibri" panose="020F0502020204030204" pitchFamily="34" charset="0"/>
              </a:rPr>
              <a:t>Let's invite the artists who have written the most rock music in our dataset. Write a query that returns the Artist name and total track count of the top 10 rock bands</a:t>
            </a:r>
          </a:p>
        </p:txBody>
      </p:sp>
      <p:pic>
        <p:nvPicPr>
          <p:cNvPr id="4" name="Picture 3">
            <a:extLst>
              <a:ext uri="{FF2B5EF4-FFF2-40B4-BE49-F238E27FC236}">
                <a16:creationId xmlns:a16="http://schemas.microsoft.com/office/drawing/2014/main" id="{73256A48-BB33-4375-E071-51FBCF820AC2}"/>
              </a:ext>
            </a:extLst>
          </p:cNvPr>
          <p:cNvPicPr>
            <a:picLocks noChangeAspect="1"/>
          </p:cNvPicPr>
          <p:nvPr/>
        </p:nvPicPr>
        <p:blipFill>
          <a:blip r:embed="rId2"/>
          <a:stretch>
            <a:fillRect/>
          </a:stretch>
        </p:blipFill>
        <p:spPr>
          <a:xfrm>
            <a:off x="1350376" y="1664727"/>
            <a:ext cx="3844230" cy="2676217"/>
          </a:xfrm>
          <a:prstGeom prst="rect">
            <a:avLst/>
          </a:prstGeom>
        </p:spPr>
      </p:pic>
      <p:pic>
        <p:nvPicPr>
          <p:cNvPr id="6" name="Picture 5">
            <a:extLst>
              <a:ext uri="{FF2B5EF4-FFF2-40B4-BE49-F238E27FC236}">
                <a16:creationId xmlns:a16="http://schemas.microsoft.com/office/drawing/2014/main" id="{A2C73B05-1D07-9A8F-48E5-96AC8B0598C7}"/>
              </a:ext>
            </a:extLst>
          </p:cNvPr>
          <p:cNvPicPr>
            <a:picLocks noChangeAspect="1"/>
          </p:cNvPicPr>
          <p:nvPr/>
        </p:nvPicPr>
        <p:blipFill>
          <a:blip r:embed="rId3"/>
          <a:stretch>
            <a:fillRect/>
          </a:stretch>
        </p:blipFill>
        <p:spPr>
          <a:xfrm>
            <a:off x="6730087" y="1858297"/>
            <a:ext cx="3991532" cy="2181529"/>
          </a:xfrm>
          <a:prstGeom prst="rect">
            <a:avLst/>
          </a:prstGeom>
        </p:spPr>
      </p:pic>
      <p:sp>
        <p:nvSpPr>
          <p:cNvPr id="5" name="TextBox 4">
            <a:extLst>
              <a:ext uri="{FF2B5EF4-FFF2-40B4-BE49-F238E27FC236}">
                <a16:creationId xmlns:a16="http://schemas.microsoft.com/office/drawing/2014/main" id="{2E804D60-FF15-E8BD-144E-82873FE21FCA}"/>
              </a:ext>
            </a:extLst>
          </p:cNvPr>
          <p:cNvSpPr txBox="1"/>
          <p:nvPr/>
        </p:nvSpPr>
        <p:spPr>
          <a:xfrm>
            <a:off x="739464" y="4439491"/>
            <a:ext cx="6096000" cy="461665"/>
          </a:xfrm>
          <a:prstGeom prst="rect">
            <a:avLst/>
          </a:prstGeom>
          <a:noFill/>
        </p:spPr>
        <p:txBody>
          <a:bodyPr wrap="square">
            <a:spAutoFit/>
          </a:bodyPr>
          <a:lstStyle/>
          <a:p>
            <a:r>
              <a:rPr lang="en-IN" sz="2400" b="1" dirty="0">
                <a:latin typeface="Calibri" panose="020F0502020204030204" pitchFamily="34" charset="0"/>
                <a:ea typeface="Calibri" panose="020F0502020204030204" pitchFamily="34" charset="0"/>
                <a:cs typeface="Calibri" panose="020F0502020204030204" pitchFamily="34" charset="0"/>
              </a:rPr>
              <a:t>KEY INSIGHTS</a:t>
            </a:r>
            <a:r>
              <a:rPr lang="en-IN" sz="1400" dirty="0"/>
              <a:t>:</a:t>
            </a:r>
          </a:p>
        </p:txBody>
      </p:sp>
      <p:sp>
        <p:nvSpPr>
          <p:cNvPr id="7" name="TextBox 6">
            <a:extLst>
              <a:ext uri="{FF2B5EF4-FFF2-40B4-BE49-F238E27FC236}">
                <a16:creationId xmlns:a16="http://schemas.microsoft.com/office/drawing/2014/main" id="{B0C9C5E6-526E-3EB5-CE47-538A5AF49558}"/>
              </a:ext>
            </a:extLst>
          </p:cNvPr>
          <p:cNvSpPr txBox="1"/>
          <p:nvPr/>
        </p:nvSpPr>
        <p:spPr>
          <a:xfrm>
            <a:off x="865239" y="4999703"/>
            <a:ext cx="8954695" cy="1200329"/>
          </a:xfrm>
          <a:prstGeom prst="rect">
            <a:avLst/>
          </a:prstGeom>
          <a:noFill/>
        </p:spPr>
        <p:txBody>
          <a:bodyPr wrap="none" rtlCol="0">
            <a:spAutoFit/>
          </a:bodyPr>
          <a:lstStyle/>
          <a:p>
            <a:pPr marL="285750" indent="-285750">
              <a:buFont typeface="Wingdings" panose="05000000000000000000" pitchFamily="2" charset="2"/>
              <a:buChar char="Ø"/>
            </a:pPr>
            <a:r>
              <a:rPr lang="en-US" sz="2400" dirty="0">
                <a:latin typeface="Calibri" panose="020F0502020204030204" pitchFamily="34" charset="0"/>
                <a:ea typeface="Calibri" panose="020F0502020204030204" pitchFamily="34" charset="0"/>
                <a:cs typeface="Calibri" panose="020F0502020204030204" pitchFamily="34" charset="0"/>
              </a:rPr>
              <a:t>Analyzes the number of Rock tracks available for each artist.</a:t>
            </a:r>
          </a:p>
          <a:p>
            <a:endParaRPr lang="en-US" sz="2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Ø"/>
            </a:pPr>
            <a:r>
              <a:rPr lang="en-US" sz="2400" dirty="0">
                <a:latin typeface="Calibri" panose="020F0502020204030204" pitchFamily="34" charset="0"/>
                <a:ea typeface="Calibri" panose="020F0502020204030204" pitchFamily="34" charset="0"/>
                <a:cs typeface="Calibri" panose="020F0502020204030204" pitchFamily="34" charset="0"/>
              </a:rPr>
              <a:t>AC/DC has the highest number of visible Rock tracks, with 18 tracks.</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5B9050A3-B7A1-23B9-B7C1-A50B1D819A37}"/>
              </a:ext>
            </a:extLst>
          </p:cNvPr>
          <p:cNvSpPr txBox="1"/>
          <p:nvPr/>
        </p:nvSpPr>
        <p:spPr>
          <a:xfrm>
            <a:off x="468212" y="1287616"/>
            <a:ext cx="1148071" cy="400110"/>
          </a:xfrm>
          <a:prstGeom prst="rect">
            <a:avLst/>
          </a:prstGeom>
          <a:noFill/>
        </p:spPr>
        <p:txBody>
          <a:bodyPr wrap="none" rtlCol="0">
            <a:spAutoFit/>
          </a:bodyPr>
          <a:lstStyle/>
          <a:p>
            <a:r>
              <a:rPr lang="en-IN" sz="2000" b="1" dirty="0"/>
              <a:t>QUERY</a:t>
            </a:r>
            <a:r>
              <a:rPr lang="en-IN" dirty="0"/>
              <a:t>:</a:t>
            </a:r>
          </a:p>
        </p:txBody>
      </p:sp>
      <p:sp>
        <p:nvSpPr>
          <p:cNvPr id="10" name="TextBox 9">
            <a:extLst>
              <a:ext uri="{FF2B5EF4-FFF2-40B4-BE49-F238E27FC236}">
                <a16:creationId xmlns:a16="http://schemas.microsoft.com/office/drawing/2014/main" id="{80073ADB-8B4C-5D57-ABE9-A6F634650013}"/>
              </a:ext>
            </a:extLst>
          </p:cNvPr>
          <p:cNvSpPr txBox="1"/>
          <p:nvPr/>
        </p:nvSpPr>
        <p:spPr>
          <a:xfrm>
            <a:off x="6161954" y="1249228"/>
            <a:ext cx="1347020"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2000" b="1" i="0" u="none" strike="noStrike" kern="0" cap="none" spc="0" normalizeH="0" baseline="0" noProof="0" dirty="0">
                <a:ln>
                  <a:noFill/>
                </a:ln>
                <a:solidFill>
                  <a:srgbClr val="000000"/>
                </a:solidFill>
                <a:effectLst/>
                <a:uLnTx/>
                <a:uFillTx/>
                <a:latin typeface="Arial"/>
                <a:cs typeface="Arial"/>
                <a:sym typeface="Arial"/>
              </a:rPr>
              <a:t>OUTPUT:</a:t>
            </a:r>
            <a:endParaRPr kumimoji="0" lang="en-IN"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dirty="0">
              <a:ln>
                <a:noFill/>
              </a:ln>
              <a:solidFill>
                <a:srgbClr val="000000"/>
              </a:solidFill>
              <a:effectLst/>
              <a:uLnTx/>
              <a:uFillTx/>
              <a:latin typeface="Arial"/>
              <a:cs typeface="Arial"/>
              <a:sym typeface="Arial"/>
            </a:endParaRPr>
          </a:p>
          <a:p>
            <a:endParaRPr lang="en-IN" dirty="0"/>
          </a:p>
        </p:txBody>
      </p:sp>
    </p:spTree>
    <p:extLst>
      <p:ext uri="{BB962C8B-B14F-4D97-AF65-F5344CB8AC3E}">
        <p14:creationId xmlns:p14="http://schemas.microsoft.com/office/powerpoint/2010/main" val="28935549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CEE8739-3E0D-1E7A-9699-9CDD6AA160CD}"/>
              </a:ext>
            </a:extLst>
          </p:cNvPr>
          <p:cNvSpPr txBox="1"/>
          <p:nvPr/>
        </p:nvSpPr>
        <p:spPr>
          <a:xfrm>
            <a:off x="560440" y="502064"/>
            <a:ext cx="10384152" cy="1200329"/>
          </a:xfrm>
          <a:prstGeom prst="rect">
            <a:avLst/>
          </a:prstGeom>
          <a:noFill/>
        </p:spPr>
        <p:txBody>
          <a:bodyPr wrap="square" rtlCol="0">
            <a:spAutoFit/>
          </a:bodyPr>
          <a:lstStyle/>
          <a:p>
            <a:r>
              <a:rPr lang="en-US" sz="2400" b="1" dirty="0"/>
              <a:t>Q</a:t>
            </a:r>
            <a:r>
              <a:rPr lang="en-US" sz="2400" dirty="0"/>
              <a:t>. </a:t>
            </a:r>
            <a:r>
              <a:rPr lang="en-IN" sz="2400" dirty="0">
                <a:latin typeface="Calibri" panose="020F0502020204030204" pitchFamily="34" charset="0"/>
                <a:ea typeface="Calibri" panose="020F0502020204030204" pitchFamily="34" charset="0"/>
                <a:cs typeface="Calibri" panose="020F0502020204030204" pitchFamily="34" charset="0"/>
              </a:rPr>
              <a:t>Return all the track names that have a song length longer than the average song length.-Return the Name and Milliseconds for each track. Order by the song length, with the longest songs listed first</a:t>
            </a:r>
          </a:p>
        </p:txBody>
      </p:sp>
      <p:pic>
        <p:nvPicPr>
          <p:cNvPr id="4" name="Picture 3">
            <a:extLst>
              <a:ext uri="{FF2B5EF4-FFF2-40B4-BE49-F238E27FC236}">
                <a16:creationId xmlns:a16="http://schemas.microsoft.com/office/drawing/2014/main" id="{942FFF38-0EB8-78A8-E440-BD89F89F3BA1}"/>
              </a:ext>
            </a:extLst>
          </p:cNvPr>
          <p:cNvPicPr>
            <a:picLocks noChangeAspect="1"/>
          </p:cNvPicPr>
          <p:nvPr/>
        </p:nvPicPr>
        <p:blipFill>
          <a:blip r:embed="rId2"/>
          <a:stretch>
            <a:fillRect/>
          </a:stretch>
        </p:blipFill>
        <p:spPr>
          <a:xfrm>
            <a:off x="1438087" y="2280860"/>
            <a:ext cx="3537168" cy="1819529"/>
          </a:xfrm>
          <a:prstGeom prst="rect">
            <a:avLst/>
          </a:prstGeom>
        </p:spPr>
      </p:pic>
      <p:pic>
        <p:nvPicPr>
          <p:cNvPr id="6" name="Picture 5">
            <a:extLst>
              <a:ext uri="{FF2B5EF4-FFF2-40B4-BE49-F238E27FC236}">
                <a16:creationId xmlns:a16="http://schemas.microsoft.com/office/drawing/2014/main" id="{8E9266CB-C7B1-62EB-C4D5-8BE0C0F8AD64}"/>
              </a:ext>
            </a:extLst>
          </p:cNvPr>
          <p:cNvPicPr>
            <a:picLocks noChangeAspect="1"/>
          </p:cNvPicPr>
          <p:nvPr/>
        </p:nvPicPr>
        <p:blipFill>
          <a:blip r:embed="rId3"/>
          <a:stretch>
            <a:fillRect/>
          </a:stretch>
        </p:blipFill>
        <p:spPr>
          <a:xfrm>
            <a:off x="6413601" y="2470392"/>
            <a:ext cx="4077269" cy="1362265"/>
          </a:xfrm>
          <a:prstGeom prst="rect">
            <a:avLst/>
          </a:prstGeom>
        </p:spPr>
      </p:pic>
      <p:sp>
        <p:nvSpPr>
          <p:cNvPr id="5" name="TextBox 4">
            <a:extLst>
              <a:ext uri="{FF2B5EF4-FFF2-40B4-BE49-F238E27FC236}">
                <a16:creationId xmlns:a16="http://schemas.microsoft.com/office/drawing/2014/main" id="{C83E29C9-82EA-D22D-4651-BBC483F651AD}"/>
              </a:ext>
            </a:extLst>
          </p:cNvPr>
          <p:cNvSpPr txBox="1"/>
          <p:nvPr/>
        </p:nvSpPr>
        <p:spPr>
          <a:xfrm>
            <a:off x="1026960" y="4322365"/>
            <a:ext cx="6096000" cy="461665"/>
          </a:xfrm>
          <a:prstGeom prst="rect">
            <a:avLst/>
          </a:prstGeom>
          <a:noFill/>
        </p:spPr>
        <p:txBody>
          <a:bodyPr wrap="square">
            <a:spAutoFit/>
          </a:bodyPr>
          <a:lstStyle/>
          <a:p>
            <a:r>
              <a:rPr lang="en-IN" sz="2400" b="1" dirty="0">
                <a:latin typeface="Calibri" panose="020F0502020204030204" pitchFamily="34" charset="0"/>
                <a:ea typeface="Calibri" panose="020F0502020204030204" pitchFamily="34" charset="0"/>
                <a:cs typeface="Calibri" panose="020F0502020204030204" pitchFamily="34" charset="0"/>
              </a:rPr>
              <a:t>KEY INSIGHTS</a:t>
            </a:r>
            <a:r>
              <a:rPr lang="en-IN" sz="1400" dirty="0"/>
              <a:t>:</a:t>
            </a:r>
          </a:p>
        </p:txBody>
      </p:sp>
      <p:sp>
        <p:nvSpPr>
          <p:cNvPr id="7" name="TextBox 6">
            <a:extLst>
              <a:ext uri="{FF2B5EF4-FFF2-40B4-BE49-F238E27FC236}">
                <a16:creationId xmlns:a16="http://schemas.microsoft.com/office/drawing/2014/main" id="{506F1080-82E5-49F6-B9C7-D3E3CAAC5788}"/>
              </a:ext>
            </a:extLst>
          </p:cNvPr>
          <p:cNvSpPr txBox="1"/>
          <p:nvPr/>
        </p:nvSpPr>
        <p:spPr>
          <a:xfrm>
            <a:off x="1026960" y="5038040"/>
            <a:ext cx="9562233" cy="1200329"/>
          </a:xfrm>
          <a:prstGeom prst="rect">
            <a:avLst/>
          </a:prstGeom>
          <a:noFill/>
        </p:spPr>
        <p:txBody>
          <a:bodyPr wrap="none" rtlCol="0">
            <a:spAutoFit/>
          </a:bodyPr>
          <a:lstStyle/>
          <a:p>
            <a:pPr marL="285750" indent="-285750">
              <a:buFont typeface="Wingdings" panose="05000000000000000000" pitchFamily="2" charset="2"/>
              <a:buChar char="Ø"/>
            </a:pPr>
            <a:r>
              <a:rPr lang="en-US" sz="2400" dirty="0">
                <a:latin typeface="Calibri" panose="020F0502020204030204" pitchFamily="34" charset="0"/>
                <a:ea typeface="Calibri" panose="020F0502020204030204" pitchFamily="34" charset="0"/>
                <a:cs typeface="Calibri" panose="020F0502020204030204" pitchFamily="34" charset="0"/>
              </a:rPr>
              <a:t>Identifies tracks whose duration is greater than the average track length.</a:t>
            </a:r>
          </a:p>
          <a:p>
            <a:endParaRPr lang="en-US" sz="2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Ø"/>
            </a:pPr>
            <a:r>
              <a:rPr lang="en-US" sz="2400" dirty="0">
                <a:latin typeface="Calibri" panose="020F0502020204030204" pitchFamily="34" charset="0"/>
                <a:ea typeface="Calibri" panose="020F0502020204030204" pitchFamily="34" charset="0"/>
                <a:cs typeface="Calibri" panose="020F0502020204030204" pitchFamily="34" charset="0"/>
              </a:rPr>
              <a:t>How Many More Times is the longest visible track in the resulting list.</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A55CA6A4-5952-4CAF-C886-13B95D584B73}"/>
              </a:ext>
            </a:extLst>
          </p:cNvPr>
          <p:cNvSpPr txBox="1"/>
          <p:nvPr/>
        </p:nvSpPr>
        <p:spPr>
          <a:xfrm>
            <a:off x="713583" y="1787432"/>
            <a:ext cx="1148071" cy="400110"/>
          </a:xfrm>
          <a:prstGeom prst="rect">
            <a:avLst/>
          </a:prstGeom>
          <a:noFill/>
        </p:spPr>
        <p:txBody>
          <a:bodyPr wrap="none" rtlCol="0">
            <a:spAutoFit/>
          </a:bodyPr>
          <a:lstStyle/>
          <a:p>
            <a:r>
              <a:rPr lang="en-IN" sz="2000" b="1" dirty="0"/>
              <a:t>QUERY</a:t>
            </a:r>
            <a:r>
              <a:rPr lang="en-IN" dirty="0"/>
              <a:t>:</a:t>
            </a:r>
          </a:p>
        </p:txBody>
      </p:sp>
      <p:sp>
        <p:nvSpPr>
          <p:cNvPr id="10" name="TextBox 9">
            <a:extLst>
              <a:ext uri="{FF2B5EF4-FFF2-40B4-BE49-F238E27FC236}">
                <a16:creationId xmlns:a16="http://schemas.microsoft.com/office/drawing/2014/main" id="{A8085422-F52C-02F7-34E0-C83C83C3F8E3}"/>
              </a:ext>
            </a:extLst>
          </p:cNvPr>
          <p:cNvSpPr txBox="1"/>
          <p:nvPr/>
        </p:nvSpPr>
        <p:spPr>
          <a:xfrm>
            <a:off x="5968179" y="1865361"/>
            <a:ext cx="1396181"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2000" b="1" i="0" u="none" strike="noStrike" kern="0" cap="none" spc="0" normalizeH="0" baseline="0" noProof="0" dirty="0">
                <a:ln>
                  <a:noFill/>
                </a:ln>
                <a:solidFill>
                  <a:srgbClr val="000000"/>
                </a:solidFill>
                <a:effectLst/>
                <a:uLnTx/>
                <a:uFillTx/>
                <a:latin typeface="Arial"/>
                <a:cs typeface="Arial"/>
                <a:sym typeface="Arial"/>
              </a:rPr>
              <a:t>OUTPUT:</a:t>
            </a:r>
            <a:endParaRPr kumimoji="0" lang="en-IN"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dirty="0">
              <a:ln>
                <a:noFill/>
              </a:ln>
              <a:solidFill>
                <a:srgbClr val="000000"/>
              </a:solidFill>
              <a:effectLst/>
              <a:uLnTx/>
              <a:uFillTx/>
              <a:latin typeface="Arial"/>
              <a:cs typeface="Arial"/>
              <a:sym typeface="Arial"/>
            </a:endParaRPr>
          </a:p>
          <a:p>
            <a:endParaRPr lang="en-IN" dirty="0"/>
          </a:p>
        </p:txBody>
      </p:sp>
    </p:spTree>
    <p:extLst>
      <p:ext uri="{BB962C8B-B14F-4D97-AF65-F5344CB8AC3E}">
        <p14:creationId xmlns:p14="http://schemas.microsoft.com/office/powerpoint/2010/main" val="2543607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CE7EAF7-5576-A46A-3C45-C75E5023AA88}"/>
              </a:ext>
            </a:extLst>
          </p:cNvPr>
          <p:cNvSpPr txBox="1"/>
          <p:nvPr/>
        </p:nvSpPr>
        <p:spPr>
          <a:xfrm>
            <a:off x="545431" y="417095"/>
            <a:ext cx="10879653" cy="830997"/>
          </a:xfrm>
          <a:prstGeom prst="rect">
            <a:avLst/>
          </a:prstGeom>
          <a:noFill/>
        </p:spPr>
        <p:txBody>
          <a:bodyPr wrap="square" rtlCol="0">
            <a:spAutoFit/>
          </a:bodyPr>
          <a:lstStyle/>
          <a:p>
            <a:r>
              <a:rPr lang="en-US" sz="2400" b="1" dirty="0"/>
              <a:t>Q</a:t>
            </a:r>
            <a:r>
              <a:rPr lang="en-US" sz="2400" dirty="0"/>
              <a:t>. </a:t>
            </a:r>
            <a:r>
              <a:rPr lang="en-IN" sz="2400" dirty="0">
                <a:latin typeface="Calibri" panose="020F0502020204030204" pitchFamily="34" charset="0"/>
                <a:ea typeface="Calibri" panose="020F0502020204030204" pitchFamily="34" charset="0"/>
                <a:cs typeface="Calibri" panose="020F0502020204030204" pitchFamily="34" charset="0"/>
              </a:rPr>
              <a:t>Find how much amount is spent by each customer on artists? Write a query to return customer name, artist name and total spent</a:t>
            </a:r>
          </a:p>
        </p:txBody>
      </p:sp>
      <p:pic>
        <p:nvPicPr>
          <p:cNvPr id="4" name="Picture 3">
            <a:extLst>
              <a:ext uri="{FF2B5EF4-FFF2-40B4-BE49-F238E27FC236}">
                <a16:creationId xmlns:a16="http://schemas.microsoft.com/office/drawing/2014/main" id="{508F598A-E8D5-2A73-7DDF-A792EAFA90EA}"/>
              </a:ext>
            </a:extLst>
          </p:cNvPr>
          <p:cNvPicPr>
            <a:picLocks noChangeAspect="1"/>
          </p:cNvPicPr>
          <p:nvPr/>
        </p:nvPicPr>
        <p:blipFill>
          <a:blip r:embed="rId2"/>
          <a:stretch>
            <a:fillRect/>
          </a:stretch>
        </p:blipFill>
        <p:spPr>
          <a:xfrm>
            <a:off x="1302365" y="1701488"/>
            <a:ext cx="4201111" cy="2725420"/>
          </a:xfrm>
          <a:prstGeom prst="rect">
            <a:avLst/>
          </a:prstGeom>
        </p:spPr>
      </p:pic>
      <p:pic>
        <p:nvPicPr>
          <p:cNvPr id="6" name="Picture 5">
            <a:extLst>
              <a:ext uri="{FF2B5EF4-FFF2-40B4-BE49-F238E27FC236}">
                <a16:creationId xmlns:a16="http://schemas.microsoft.com/office/drawing/2014/main" id="{2ED3B8BD-847C-1301-88AB-BD2A779FE6F1}"/>
              </a:ext>
            </a:extLst>
          </p:cNvPr>
          <p:cNvPicPr>
            <a:picLocks noChangeAspect="1"/>
          </p:cNvPicPr>
          <p:nvPr/>
        </p:nvPicPr>
        <p:blipFill>
          <a:blip r:embed="rId3"/>
          <a:stretch>
            <a:fillRect/>
          </a:stretch>
        </p:blipFill>
        <p:spPr>
          <a:xfrm>
            <a:off x="6688524" y="1820169"/>
            <a:ext cx="4201111" cy="2076740"/>
          </a:xfrm>
          <a:prstGeom prst="rect">
            <a:avLst/>
          </a:prstGeom>
        </p:spPr>
      </p:pic>
      <p:sp>
        <p:nvSpPr>
          <p:cNvPr id="5" name="TextBox 4">
            <a:extLst>
              <a:ext uri="{FF2B5EF4-FFF2-40B4-BE49-F238E27FC236}">
                <a16:creationId xmlns:a16="http://schemas.microsoft.com/office/drawing/2014/main" id="{7CE6C413-7EB6-5884-64DA-1D23D36DEA0F}"/>
              </a:ext>
            </a:extLst>
          </p:cNvPr>
          <p:cNvSpPr txBox="1"/>
          <p:nvPr/>
        </p:nvSpPr>
        <p:spPr>
          <a:xfrm>
            <a:off x="642647" y="4468987"/>
            <a:ext cx="6096000" cy="461665"/>
          </a:xfrm>
          <a:prstGeom prst="rect">
            <a:avLst/>
          </a:prstGeom>
          <a:noFill/>
        </p:spPr>
        <p:txBody>
          <a:bodyPr wrap="square">
            <a:spAutoFit/>
          </a:bodyPr>
          <a:lstStyle/>
          <a:p>
            <a:r>
              <a:rPr lang="en-IN" sz="2400" b="1" dirty="0">
                <a:latin typeface="Calibri" panose="020F0502020204030204" pitchFamily="34" charset="0"/>
                <a:ea typeface="Calibri" panose="020F0502020204030204" pitchFamily="34" charset="0"/>
                <a:cs typeface="Calibri" panose="020F0502020204030204" pitchFamily="34" charset="0"/>
              </a:rPr>
              <a:t>KEY INSIGHTS</a:t>
            </a:r>
            <a:r>
              <a:rPr lang="en-IN" sz="1400" dirty="0"/>
              <a:t>:</a:t>
            </a:r>
          </a:p>
        </p:txBody>
      </p:sp>
      <p:sp>
        <p:nvSpPr>
          <p:cNvPr id="7" name="TextBox 6">
            <a:extLst>
              <a:ext uri="{FF2B5EF4-FFF2-40B4-BE49-F238E27FC236}">
                <a16:creationId xmlns:a16="http://schemas.microsoft.com/office/drawing/2014/main" id="{C17706DA-41F9-94C1-6A39-4694EFCCF025}"/>
              </a:ext>
            </a:extLst>
          </p:cNvPr>
          <p:cNvSpPr txBox="1"/>
          <p:nvPr/>
        </p:nvSpPr>
        <p:spPr>
          <a:xfrm>
            <a:off x="712304" y="5086688"/>
            <a:ext cx="9780241" cy="1200329"/>
          </a:xfrm>
          <a:prstGeom prst="rect">
            <a:avLst/>
          </a:prstGeom>
          <a:noFill/>
        </p:spPr>
        <p:txBody>
          <a:bodyPr wrap="none" rtlCol="0">
            <a:spAutoFit/>
          </a:bodyPr>
          <a:lstStyle/>
          <a:p>
            <a:pPr marL="285750" indent="-285750">
              <a:buFont typeface="Wingdings" panose="05000000000000000000" pitchFamily="2" charset="2"/>
              <a:buChar char="Ø"/>
            </a:pPr>
            <a:r>
              <a:rPr lang="en-US" sz="2400" dirty="0">
                <a:latin typeface="Calibri" panose="020F0502020204030204" pitchFamily="34" charset="0"/>
                <a:ea typeface="Calibri" panose="020F0502020204030204" pitchFamily="34" charset="0"/>
                <a:cs typeface="Calibri" panose="020F0502020204030204" pitchFamily="34" charset="0"/>
              </a:rPr>
              <a:t>Analyzes how much individual customers spend on different artists.</a:t>
            </a:r>
          </a:p>
          <a:p>
            <a:endParaRPr lang="en-US" sz="2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Ø"/>
            </a:pPr>
            <a:r>
              <a:rPr lang="en-US" sz="2400" dirty="0">
                <a:latin typeface="Calibri" panose="020F0502020204030204" pitchFamily="34" charset="0"/>
                <a:ea typeface="Calibri" panose="020F0502020204030204" pitchFamily="34" charset="0"/>
                <a:cs typeface="Calibri" panose="020F0502020204030204" pitchFamily="34" charset="0"/>
              </a:rPr>
              <a:t>Steve Murray has the highest visible spending, with 17.82 spent on AC/DC.</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D6F5FCFB-EE5D-D828-6CD9-D879589115FF}"/>
              </a:ext>
            </a:extLst>
          </p:cNvPr>
          <p:cNvSpPr txBox="1"/>
          <p:nvPr/>
        </p:nvSpPr>
        <p:spPr>
          <a:xfrm>
            <a:off x="545430" y="1301378"/>
            <a:ext cx="1148071" cy="400110"/>
          </a:xfrm>
          <a:prstGeom prst="rect">
            <a:avLst/>
          </a:prstGeom>
          <a:noFill/>
        </p:spPr>
        <p:txBody>
          <a:bodyPr wrap="none" rtlCol="0">
            <a:spAutoFit/>
          </a:bodyPr>
          <a:lstStyle/>
          <a:p>
            <a:r>
              <a:rPr lang="en-IN" sz="2000" b="1" dirty="0"/>
              <a:t>QUERY</a:t>
            </a:r>
            <a:r>
              <a:rPr lang="en-IN" dirty="0"/>
              <a:t>:</a:t>
            </a:r>
          </a:p>
        </p:txBody>
      </p:sp>
      <p:sp>
        <p:nvSpPr>
          <p:cNvPr id="10" name="TextBox 9">
            <a:extLst>
              <a:ext uri="{FF2B5EF4-FFF2-40B4-BE49-F238E27FC236}">
                <a16:creationId xmlns:a16="http://schemas.microsoft.com/office/drawing/2014/main" id="{CE327CD1-A462-BA32-C6C0-650888B67370}"/>
              </a:ext>
            </a:extLst>
          </p:cNvPr>
          <p:cNvSpPr txBox="1"/>
          <p:nvPr/>
        </p:nvSpPr>
        <p:spPr>
          <a:xfrm>
            <a:off x="5892112" y="1324653"/>
            <a:ext cx="1592827"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2000" b="1" i="0" u="none" strike="noStrike" kern="0" cap="none" spc="0" normalizeH="0" baseline="0" noProof="0" dirty="0">
                <a:ln>
                  <a:noFill/>
                </a:ln>
                <a:solidFill>
                  <a:srgbClr val="000000"/>
                </a:solidFill>
                <a:effectLst/>
                <a:uLnTx/>
                <a:uFillTx/>
                <a:latin typeface="Arial"/>
                <a:cs typeface="Arial"/>
                <a:sym typeface="Arial"/>
              </a:rPr>
              <a:t>OUTPUT:</a:t>
            </a:r>
            <a:endParaRPr kumimoji="0" lang="en-IN"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dirty="0">
              <a:ln>
                <a:noFill/>
              </a:ln>
              <a:solidFill>
                <a:srgbClr val="000000"/>
              </a:solidFill>
              <a:effectLst/>
              <a:uLnTx/>
              <a:uFillTx/>
              <a:latin typeface="Arial"/>
              <a:cs typeface="Arial"/>
              <a:sym typeface="Arial"/>
            </a:endParaRPr>
          </a:p>
          <a:p>
            <a:endParaRPr lang="en-IN" dirty="0"/>
          </a:p>
        </p:txBody>
      </p:sp>
    </p:spTree>
    <p:extLst>
      <p:ext uri="{BB962C8B-B14F-4D97-AF65-F5344CB8AC3E}">
        <p14:creationId xmlns:p14="http://schemas.microsoft.com/office/powerpoint/2010/main" val="13934366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74B6AA2-0239-BFFA-167A-A0A7952413A7}"/>
              </a:ext>
            </a:extLst>
          </p:cNvPr>
          <p:cNvSpPr txBox="1"/>
          <p:nvPr/>
        </p:nvSpPr>
        <p:spPr>
          <a:xfrm>
            <a:off x="481781" y="215641"/>
            <a:ext cx="11326761" cy="1569660"/>
          </a:xfrm>
          <a:prstGeom prst="rect">
            <a:avLst/>
          </a:prstGeom>
          <a:noFill/>
        </p:spPr>
        <p:txBody>
          <a:bodyPr wrap="square" rtlCol="0">
            <a:spAutoFit/>
          </a:bodyPr>
          <a:lstStyle/>
          <a:p>
            <a:pPr algn="just"/>
            <a:r>
              <a:rPr lang="en-US" sz="2400" b="1" dirty="0"/>
              <a:t>Q</a:t>
            </a:r>
            <a:r>
              <a:rPr lang="en-US" sz="2400" dirty="0"/>
              <a:t>. </a:t>
            </a:r>
            <a:r>
              <a:rPr lang="en-US" sz="2400" dirty="0">
                <a:latin typeface="Calibri" panose="020F0502020204030204" pitchFamily="34" charset="0"/>
                <a:ea typeface="Calibri" panose="020F0502020204030204" pitchFamily="34" charset="0"/>
                <a:cs typeface="Calibri" panose="020F0502020204030204" pitchFamily="34" charset="0"/>
              </a:rPr>
              <a:t>We want to find out the most popular music Genre for each country. We determine the most popular genre as the genre with the highest amount of purchases. Write a query that returns each country along with the top Genre. For countries where the maximum number of purchases is shared, return all Genres</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0F65EB3E-86E4-A411-3417-07C9D060EE2F}"/>
              </a:ext>
            </a:extLst>
          </p:cNvPr>
          <p:cNvPicPr>
            <a:picLocks noChangeAspect="1"/>
          </p:cNvPicPr>
          <p:nvPr/>
        </p:nvPicPr>
        <p:blipFill>
          <a:blip r:embed="rId2"/>
          <a:stretch>
            <a:fillRect/>
          </a:stretch>
        </p:blipFill>
        <p:spPr>
          <a:xfrm>
            <a:off x="1805312" y="1869952"/>
            <a:ext cx="3786125" cy="2216029"/>
          </a:xfrm>
          <a:prstGeom prst="rect">
            <a:avLst/>
          </a:prstGeom>
        </p:spPr>
      </p:pic>
      <p:pic>
        <p:nvPicPr>
          <p:cNvPr id="6" name="Picture 5">
            <a:extLst>
              <a:ext uri="{FF2B5EF4-FFF2-40B4-BE49-F238E27FC236}">
                <a16:creationId xmlns:a16="http://schemas.microsoft.com/office/drawing/2014/main" id="{2C435D6F-E6BC-1DDC-CBE6-BA6C9A7C1D5C}"/>
              </a:ext>
            </a:extLst>
          </p:cNvPr>
          <p:cNvPicPr>
            <a:picLocks noChangeAspect="1"/>
          </p:cNvPicPr>
          <p:nvPr/>
        </p:nvPicPr>
        <p:blipFill>
          <a:blip r:embed="rId3"/>
          <a:stretch>
            <a:fillRect/>
          </a:stretch>
        </p:blipFill>
        <p:spPr>
          <a:xfrm>
            <a:off x="6927233" y="2270013"/>
            <a:ext cx="3515216" cy="1952898"/>
          </a:xfrm>
          <a:prstGeom prst="rect">
            <a:avLst/>
          </a:prstGeom>
        </p:spPr>
      </p:pic>
      <p:sp>
        <p:nvSpPr>
          <p:cNvPr id="5" name="TextBox 4">
            <a:extLst>
              <a:ext uri="{FF2B5EF4-FFF2-40B4-BE49-F238E27FC236}">
                <a16:creationId xmlns:a16="http://schemas.microsoft.com/office/drawing/2014/main" id="{790208BE-4265-0E0C-A485-E92C59289A12}"/>
              </a:ext>
            </a:extLst>
          </p:cNvPr>
          <p:cNvSpPr txBox="1"/>
          <p:nvPr/>
        </p:nvSpPr>
        <p:spPr>
          <a:xfrm>
            <a:off x="609599" y="4085981"/>
            <a:ext cx="6096000" cy="461665"/>
          </a:xfrm>
          <a:prstGeom prst="rect">
            <a:avLst/>
          </a:prstGeom>
          <a:noFill/>
        </p:spPr>
        <p:txBody>
          <a:bodyPr wrap="square">
            <a:spAutoFit/>
          </a:bodyPr>
          <a:lstStyle/>
          <a:p>
            <a:r>
              <a:rPr lang="en-IN" sz="2400" b="1" dirty="0">
                <a:latin typeface="Calibri" panose="020F0502020204030204" pitchFamily="34" charset="0"/>
                <a:ea typeface="Calibri" panose="020F0502020204030204" pitchFamily="34" charset="0"/>
                <a:cs typeface="Calibri" panose="020F0502020204030204" pitchFamily="34" charset="0"/>
              </a:rPr>
              <a:t>KEY INSIGHTS</a:t>
            </a:r>
            <a:r>
              <a:rPr lang="en-IN" sz="1400" dirty="0"/>
              <a:t>:</a:t>
            </a:r>
          </a:p>
        </p:txBody>
      </p:sp>
      <p:sp>
        <p:nvSpPr>
          <p:cNvPr id="7" name="TextBox 6">
            <a:extLst>
              <a:ext uri="{FF2B5EF4-FFF2-40B4-BE49-F238E27FC236}">
                <a16:creationId xmlns:a16="http://schemas.microsoft.com/office/drawing/2014/main" id="{A97D123C-548F-37F1-273F-86410F17FACA}"/>
              </a:ext>
            </a:extLst>
          </p:cNvPr>
          <p:cNvSpPr txBox="1"/>
          <p:nvPr/>
        </p:nvSpPr>
        <p:spPr>
          <a:xfrm>
            <a:off x="956545" y="4903692"/>
            <a:ext cx="9368270" cy="1200329"/>
          </a:xfrm>
          <a:prstGeom prst="rect">
            <a:avLst/>
          </a:prstGeom>
          <a:noFill/>
        </p:spPr>
        <p:txBody>
          <a:bodyPr wrap="none" rtlCol="0">
            <a:spAutoFit/>
          </a:bodyPr>
          <a:lstStyle/>
          <a:p>
            <a:pPr marL="285750" indent="-285750">
              <a:buFont typeface="Wingdings" panose="05000000000000000000" pitchFamily="2" charset="2"/>
              <a:buChar char="Ø"/>
            </a:pPr>
            <a:r>
              <a:rPr lang="en-US" sz="2400" dirty="0">
                <a:latin typeface="Calibri" panose="020F0502020204030204" pitchFamily="34" charset="0"/>
                <a:ea typeface="Calibri" panose="020F0502020204030204" pitchFamily="34" charset="0"/>
                <a:cs typeface="Calibri" panose="020F0502020204030204" pitchFamily="34" charset="0"/>
              </a:rPr>
              <a:t>Identifies the most purchased music genre separately for each country.</a:t>
            </a:r>
          </a:p>
          <a:p>
            <a:endParaRPr lang="en-US" sz="24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Ø"/>
            </a:pPr>
            <a:r>
              <a:rPr lang="en-US" sz="2400" dirty="0">
                <a:latin typeface="Calibri" panose="020F0502020204030204" pitchFamily="34" charset="0"/>
                <a:ea typeface="Calibri" panose="020F0502020204030204" pitchFamily="34" charset="0"/>
                <a:cs typeface="Calibri" panose="020F0502020204030204" pitchFamily="34" charset="0"/>
              </a:rPr>
              <a:t>Rock is the top genre across all the countries visible in the output.</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02CAA594-129D-945E-F753-4DD65A17F729}"/>
              </a:ext>
            </a:extLst>
          </p:cNvPr>
          <p:cNvSpPr txBox="1"/>
          <p:nvPr/>
        </p:nvSpPr>
        <p:spPr>
          <a:xfrm>
            <a:off x="657241" y="1819482"/>
            <a:ext cx="1148071" cy="400110"/>
          </a:xfrm>
          <a:prstGeom prst="rect">
            <a:avLst/>
          </a:prstGeom>
          <a:noFill/>
        </p:spPr>
        <p:txBody>
          <a:bodyPr wrap="none" rtlCol="0">
            <a:spAutoFit/>
          </a:bodyPr>
          <a:lstStyle/>
          <a:p>
            <a:r>
              <a:rPr lang="en-IN" sz="2000" b="1" dirty="0"/>
              <a:t>QUERY</a:t>
            </a:r>
            <a:r>
              <a:rPr lang="en-IN" dirty="0"/>
              <a:t>:</a:t>
            </a:r>
          </a:p>
        </p:txBody>
      </p:sp>
      <p:sp>
        <p:nvSpPr>
          <p:cNvPr id="10" name="TextBox 9">
            <a:extLst>
              <a:ext uri="{FF2B5EF4-FFF2-40B4-BE49-F238E27FC236}">
                <a16:creationId xmlns:a16="http://schemas.microsoft.com/office/drawing/2014/main" id="{4CBA6A0B-EF25-3DBF-30D1-883D5E2C9C81}"/>
              </a:ext>
            </a:extLst>
          </p:cNvPr>
          <p:cNvSpPr txBox="1"/>
          <p:nvPr/>
        </p:nvSpPr>
        <p:spPr>
          <a:xfrm>
            <a:off x="6264231" y="1804093"/>
            <a:ext cx="1326004"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2000" b="1" i="0" u="none" strike="noStrike" kern="0" cap="none" spc="0" normalizeH="0" baseline="0" noProof="0" dirty="0">
                <a:ln>
                  <a:noFill/>
                </a:ln>
                <a:solidFill>
                  <a:srgbClr val="000000"/>
                </a:solidFill>
                <a:effectLst/>
                <a:uLnTx/>
                <a:uFillTx/>
                <a:latin typeface="Arial"/>
                <a:cs typeface="Arial"/>
                <a:sym typeface="Arial"/>
              </a:rPr>
              <a:t>OUTPUT:</a:t>
            </a:r>
            <a:endParaRPr kumimoji="0" lang="en-IN"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dirty="0">
              <a:ln>
                <a:noFill/>
              </a:ln>
              <a:solidFill>
                <a:srgbClr val="000000"/>
              </a:solidFill>
              <a:effectLst/>
              <a:uLnTx/>
              <a:uFillTx/>
              <a:latin typeface="Arial"/>
              <a:cs typeface="Arial"/>
              <a:sym typeface="Arial"/>
            </a:endParaRPr>
          </a:p>
          <a:p>
            <a:endParaRPr lang="en-IN" dirty="0"/>
          </a:p>
        </p:txBody>
      </p:sp>
    </p:spTree>
    <p:extLst>
      <p:ext uri="{BB962C8B-B14F-4D97-AF65-F5344CB8AC3E}">
        <p14:creationId xmlns:p14="http://schemas.microsoft.com/office/powerpoint/2010/main" val="22422323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63598B-134D-0910-67BB-01F25D7BFF1C}"/>
              </a:ext>
            </a:extLst>
          </p:cNvPr>
          <p:cNvSpPr txBox="1"/>
          <p:nvPr/>
        </p:nvSpPr>
        <p:spPr>
          <a:xfrm>
            <a:off x="521109" y="199938"/>
            <a:ext cx="11226755" cy="1569660"/>
          </a:xfrm>
          <a:prstGeom prst="rect">
            <a:avLst/>
          </a:prstGeom>
          <a:noFill/>
        </p:spPr>
        <p:txBody>
          <a:bodyPr wrap="square" rtlCol="0">
            <a:spAutoFit/>
          </a:bodyPr>
          <a:lstStyle/>
          <a:p>
            <a:pPr algn="just"/>
            <a:r>
              <a:rPr lang="en-US" sz="2400" b="1" dirty="0"/>
              <a:t>Q</a:t>
            </a:r>
            <a:r>
              <a:rPr lang="en-US" sz="2400" dirty="0"/>
              <a:t>. </a:t>
            </a:r>
            <a:r>
              <a:rPr lang="en-US" sz="2400" dirty="0">
                <a:latin typeface="Calibri" panose="020F0502020204030204" pitchFamily="34" charset="0"/>
                <a:ea typeface="Calibri" panose="020F0502020204030204" pitchFamily="34" charset="0"/>
                <a:cs typeface="Calibri" panose="020F0502020204030204" pitchFamily="34" charset="0"/>
              </a:rPr>
              <a:t>Write a query that determines the customer that has spent the most on music for each country. Write a query that returns the country along with the top customer and how much they spent. For countries where the top amount spent is shared, provide all customers who spent this amount</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CB2C65EE-B51C-ED4D-F4C4-89765BDFD2BE}"/>
              </a:ext>
            </a:extLst>
          </p:cNvPr>
          <p:cNvPicPr>
            <a:picLocks noChangeAspect="1"/>
          </p:cNvPicPr>
          <p:nvPr/>
        </p:nvPicPr>
        <p:blipFill>
          <a:blip r:embed="rId2"/>
          <a:stretch>
            <a:fillRect/>
          </a:stretch>
        </p:blipFill>
        <p:spPr>
          <a:xfrm>
            <a:off x="2089828" y="1715978"/>
            <a:ext cx="3876321" cy="2867914"/>
          </a:xfrm>
          <a:prstGeom prst="rect">
            <a:avLst/>
          </a:prstGeom>
        </p:spPr>
      </p:pic>
      <p:pic>
        <p:nvPicPr>
          <p:cNvPr id="6" name="Picture 5">
            <a:extLst>
              <a:ext uri="{FF2B5EF4-FFF2-40B4-BE49-F238E27FC236}">
                <a16:creationId xmlns:a16="http://schemas.microsoft.com/office/drawing/2014/main" id="{565EA9F6-DCF7-2559-D200-2EA0E68A93D3}"/>
              </a:ext>
            </a:extLst>
          </p:cNvPr>
          <p:cNvPicPr>
            <a:picLocks noChangeAspect="1"/>
          </p:cNvPicPr>
          <p:nvPr/>
        </p:nvPicPr>
        <p:blipFill>
          <a:blip r:embed="rId3"/>
          <a:stretch>
            <a:fillRect/>
          </a:stretch>
        </p:blipFill>
        <p:spPr>
          <a:xfrm>
            <a:off x="6851420" y="2266854"/>
            <a:ext cx="4011172" cy="1295581"/>
          </a:xfrm>
          <a:prstGeom prst="rect">
            <a:avLst/>
          </a:prstGeom>
        </p:spPr>
      </p:pic>
      <p:sp>
        <p:nvSpPr>
          <p:cNvPr id="5" name="TextBox 4">
            <a:extLst>
              <a:ext uri="{FF2B5EF4-FFF2-40B4-BE49-F238E27FC236}">
                <a16:creationId xmlns:a16="http://schemas.microsoft.com/office/drawing/2014/main" id="{8057C2C9-018D-A88C-93EE-1CE54654FAE2}"/>
              </a:ext>
            </a:extLst>
          </p:cNvPr>
          <p:cNvSpPr txBox="1"/>
          <p:nvPr/>
        </p:nvSpPr>
        <p:spPr>
          <a:xfrm>
            <a:off x="222775" y="4175847"/>
            <a:ext cx="6096000" cy="461665"/>
          </a:xfrm>
          <a:prstGeom prst="rect">
            <a:avLst/>
          </a:prstGeom>
          <a:noFill/>
        </p:spPr>
        <p:txBody>
          <a:bodyPr wrap="square">
            <a:spAutoFit/>
          </a:bodyPr>
          <a:lstStyle/>
          <a:p>
            <a:r>
              <a:rPr lang="en-IN" sz="2400" b="1" dirty="0">
                <a:latin typeface="Calibri" panose="020F0502020204030204" pitchFamily="34" charset="0"/>
                <a:ea typeface="Calibri" panose="020F0502020204030204" pitchFamily="34" charset="0"/>
                <a:cs typeface="Calibri" panose="020F0502020204030204" pitchFamily="34" charset="0"/>
              </a:rPr>
              <a:t>KEY INSIGHTS</a:t>
            </a:r>
            <a:r>
              <a:rPr lang="en-IN" sz="1400" dirty="0"/>
              <a:t>:</a:t>
            </a:r>
          </a:p>
        </p:txBody>
      </p:sp>
      <p:sp>
        <p:nvSpPr>
          <p:cNvPr id="7" name="TextBox 6">
            <a:extLst>
              <a:ext uri="{FF2B5EF4-FFF2-40B4-BE49-F238E27FC236}">
                <a16:creationId xmlns:a16="http://schemas.microsoft.com/office/drawing/2014/main" id="{02FEACF3-2821-E1FB-0A20-E75AD851B23F}"/>
              </a:ext>
            </a:extLst>
          </p:cNvPr>
          <p:cNvSpPr txBox="1"/>
          <p:nvPr/>
        </p:nvSpPr>
        <p:spPr>
          <a:xfrm>
            <a:off x="889686" y="4530271"/>
            <a:ext cx="10858178" cy="1938992"/>
          </a:xfrm>
          <a:prstGeom prst="rect">
            <a:avLst/>
          </a:prstGeom>
          <a:noFill/>
        </p:spPr>
        <p:txBody>
          <a:bodyPr wrap="square" rtlCol="0">
            <a:spAutoFit/>
          </a:bodyPr>
          <a:lstStyle/>
          <a:p>
            <a:pPr marL="285750" lvl="0" indent="-285750">
              <a:buFont typeface="Wingdings" panose="05000000000000000000" pitchFamily="2" charset="2"/>
              <a:buChar char="Ø"/>
            </a:pPr>
            <a:r>
              <a:rPr lang="en-IN" sz="2400" dirty="0">
                <a:latin typeface="Calibri" panose="020F0502020204030204" pitchFamily="34" charset="0"/>
                <a:ea typeface="Calibri" panose="020F0502020204030204" pitchFamily="34" charset="0"/>
                <a:cs typeface="Calibri" panose="020F0502020204030204" pitchFamily="34" charset="0"/>
              </a:rPr>
              <a:t>Identifies the highest-spending customer within each billing country.</a:t>
            </a:r>
          </a:p>
          <a:p>
            <a:pPr lvl="0"/>
            <a:r>
              <a:rPr lang="en-IN" sz="2400" dirty="0">
                <a:latin typeface="Calibri" panose="020F0502020204030204" pitchFamily="34" charset="0"/>
                <a:ea typeface="Calibri" panose="020F0502020204030204" pitchFamily="34" charset="0"/>
                <a:cs typeface="Calibri" panose="020F0502020204030204" pitchFamily="34" charset="0"/>
              </a:rPr>
              <a:t> </a:t>
            </a:r>
          </a:p>
          <a:p>
            <a:pPr marL="285750" lvl="0" indent="-285750">
              <a:buFont typeface="Wingdings" panose="05000000000000000000" pitchFamily="2" charset="2"/>
              <a:buChar char="Ø"/>
            </a:pPr>
            <a:r>
              <a:rPr lang="en-IN" sz="2400" dirty="0">
                <a:latin typeface="Calibri" panose="020F0502020204030204" pitchFamily="34" charset="0"/>
                <a:ea typeface="Calibri" panose="020F0502020204030204" pitchFamily="34" charset="0"/>
                <a:cs typeface="Calibri" panose="020F0502020204030204" pitchFamily="34" charset="0"/>
              </a:rPr>
              <a:t>The analysis helps understand top customers and their spending patterns across different markets. </a:t>
            </a:r>
          </a:p>
          <a:p>
            <a:endParaRPr lang="en-IN" sz="2400" dirty="0">
              <a:latin typeface="Calibri" panose="020F0502020204030204" pitchFamily="34" charset="0"/>
              <a:ea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F9870A64-0283-077B-DA00-A4CD2EB3A7C6}"/>
              </a:ext>
            </a:extLst>
          </p:cNvPr>
          <p:cNvSpPr txBox="1"/>
          <p:nvPr/>
        </p:nvSpPr>
        <p:spPr>
          <a:xfrm>
            <a:off x="700253" y="1832038"/>
            <a:ext cx="1148071" cy="400110"/>
          </a:xfrm>
          <a:prstGeom prst="rect">
            <a:avLst/>
          </a:prstGeom>
          <a:noFill/>
        </p:spPr>
        <p:txBody>
          <a:bodyPr wrap="none" rtlCol="0">
            <a:spAutoFit/>
          </a:bodyPr>
          <a:lstStyle/>
          <a:p>
            <a:r>
              <a:rPr lang="en-IN" sz="2000" b="1" dirty="0"/>
              <a:t>QUERY</a:t>
            </a:r>
            <a:r>
              <a:rPr lang="en-IN" dirty="0"/>
              <a:t>:</a:t>
            </a:r>
          </a:p>
        </p:txBody>
      </p:sp>
      <p:sp>
        <p:nvSpPr>
          <p:cNvPr id="8" name="TextBox 7">
            <a:extLst>
              <a:ext uri="{FF2B5EF4-FFF2-40B4-BE49-F238E27FC236}">
                <a16:creationId xmlns:a16="http://schemas.microsoft.com/office/drawing/2014/main" id="{0FD7389F-98A2-D7B1-06BA-9F0302E29340}"/>
              </a:ext>
            </a:extLst>
          </p:cNvPr>
          <p:cNvSpPr txBox="1"/>
          <p:nvPr/>
        </p:nvSpPr>
        <p:spPr>
          <a:xfrm>
            <a:off x="6513121" y="1763603"/>
            <a:ext cx="1326004"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2000" b="1" i="0" u="none" strike="noStrike" kern="0" cap="none" spc="0" normalizeH="0" baseline="0" noProof="0" dirty="0">
                <a:ln>
                  <a:noFill/>
                </a:ln>
                <a:solidFill>
                  <a:srgbClr val="000000"/>
                </a:solidFill>
                <a:effectLst/>
                <a:uLnTx/>
                <a:uFillTx/>
                <a:latin typeface="Arial"/>
                <a:cs typeface="Arial"/>
                <a:sym typeface="Arial"/>
              </a:rPr>
              <a:t>OUTPUT:</a:t>
            </a:r>
            <a:endParaRPr kumimoji="0" lang="en-IN"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dirty="0">
              <a:ln>
                <a:noFill/>
              </a:ln>
              <a:solidFill>
                <a:srgbClr val="000000"/>
              </a:solidFill>
              <a:effectLst/>
              <a:uLnTx/>
              <a:uFillTx/>
              <a:latin typeface="Arial"/>
              <a:cs typeface="Arial"/>
              <a:sym typeface="Arial"/>
            </a:endParaRPr>
          </a:p>
          <a:p>
            <a:endParaRPr lang="en-IN" dirty="0"/>
          </a:p>
        </p:txBody>
      </p:sp>
    </p:spTree>
    <p:extLst>
      <p:ext uri="{BB962C8B-B14F-4D97-AF65-F5344CB8AC3E}">
        <p14:creationId xmlns:p14="http://schemas.microsoft.com/office/powerpoint/2010/main" val="25527464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D81F1AEA-2E14-C84F-12D7-AD10B51B8858}"/>
              </a:ext>
            </a:extLst>
          </p:cNvPr>
          <p:cNvSpPr>
            <a:spLocks noGrp="1"/>
          </p:cNvSpPr>
          <p:nvPr>
            <p:ph type="body" idx="1"/>
          </p:nvPr>
        </p:nvSpPr>
        <p:spPr>
          <a:xfrm>
            <a:off x="629265" y="1022555"/>
            <a:ext cx="11277600" cy="5154408"/>
          </a:xfrm>
        </p:spPr>
        <p:txBody>
          <a:bodyPr/>
          <a:lstStyle/>
          <a:p>
            <a:pPr>
              <a:buFont typeface="Wingdings" panose="05000000000000000000" pitchFamily="2" charset="2"/>
              <a:buChar char="Ø"/>
            </a:pPr>
            <a:r>
              <a:rPr lang="en-US" sz="2500" dirty="0"/>
              <a:t>Understanding relationships between tables and choosing the correct JOIN path.</a:t>
            </a:r>
          </a:p>
          <a:p>
            <a:pPr marL="114300" indent="0">
              <a:buNone/>
            </a:pPr>
            <a:endParaRPr lang="en-US" sz="2500" dirty="0"/>
          </a:p>
          <a:p>
            <a:pPr>
              <a:buFont typeface="Wingdings" panose="05000000000000000000" pitchFamily="2" charset="2"/>
              <a:buChar char="Ø"/>
            </a:pPr>
            <a:r>
              <a:rPr lang="en-US" sz="2500" dirty="0"/>
              <a:t>Maintaining data consistency through primary and foreign key constraints.</a:t>
            </a:r>
          </a:p>
          <a:p>
            <a:pPr marL="114300" indent="0">
              <a:buNone/>
            </a:pPr>
            <a:endParaRPr lang="en-US" sz="2500" dirty="0"/>
          </a:p>
          <a:p>
            <a:pPr>
              <a:buFont typeface="Wingdings" panose="05000000000000000000" pitchFamily="2" charset="2"/>
              <a:buChar char="Ø"/>
            </a:pPr>
            <a:r>
              <a:rPr lang="en-US" sz="2500" dirty="0"/>
              <a:t>Handling aggregation when multiple tables are joined together.</a:t>
            </a:r>
          </a:p>
          <a:p>
            <a:pPr marL="114300" indent="0">
              <a:buNone/>
            </a:pPr>
            <a:endParaRPr lang="en-US" sz="2500" dirty="0"/>
          </a:p>
          <a:p>
            <a:pPr>
              <a:buFont typeface="Wingdings" panose="05000000000000000000" pitchFamily="2" charset="2"/>
              <a:buChar char="Ø"/>
            </a:pPr>
            <a:r>
              <a:rPr lang="en-US" sz="2500" dirty="0"/>
              <a:t>Working with date, quantity and price fields while calculating business metrics.</a:t>
            </a:r>
          </a:p>
          <a:p>
            <a:pPr marL="114300" indent="0">
              <a:buNone/>
            </a:pPr>
            <a:endParaRPr lang="en-US" sz="2500" dirty="0"/>
          </a:p>
          <a:p>
            <a:pPr>
              <a:buFont typeface="Wingdings" panose="05000000000000000000" pitchFamily="2" charset="2"/>
              <a:buChar char="Ø"/>
            </a:pPr>
            <a:r>
              <a:rPr lang="en-US" sz="2500" dirty="0"/>
              <a:t>Using ranking logic to handle country-level winners and tied results.</a:t>
            </a:r>
          </a:p>
          <a:p>
            <a:pPr marL="114300" indent="0">
              <a:buNone/>
            </a:pPr>
            <a:endParaRPr lang="en-IN" dirty="0"/>
          </a:p>
        </p:txBody>
      </p:sp>
      <p:sp>
        <p:nvSpPr>
          <p:cNvPr id="3" name="Title 2">
            <a:extLst>
              <a:ext uri="{FF2B5EF4-FFF2-40B4-BE49-F238E27FC236}">
                <a16:creationId xmlns:a16="http://schemas.microsoft.com/office/drawing/2014/main" id="{47B514BB-5797-485B-D99B-1A6DB04087B6}"/>
              </a:ext>
            </a:extLst>
          </p:cNvPr>
          <p:cNvSpPr>
            <a:spLocks noGrp="1"/>
          </p:cNvSpPr>
          <p:nvPr>
            <p:ph type="title"/>
          </p:nvPr>
        </p:nvSpPr>
        <p:spPr>
          <a:xfrm>
            <a:off x="199103" y="416232"/>
            <a:ext cx="3173361" cy="529610"/>
          </a:xfrm>
        </p:spPr>
        <p:txBody>
          <a:bodyPr>
            <a:normAutofit/>
          </a:bodyPr>
          <a:lstStyle/>
          <a:p>
            <a:r>
              <a:rPr lang="en-IN" sz="2500" b="1" dirty="0"/>
              <a:t>CHALLENGES FACED:</a:t>
            </a:r>
          </a:p>
        </p:txBody>
      </p:sp>
    </p:spTree>
    <p:extLst>
      <p:ext uri="{BB962C8B-B14F-4D97-AF65-F5344CB8AC3E}">
        <p14:creationId xmlns:p14="http://schemas.microsoft.com/office/powerpoint/2010/main" val="22762631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41CA8-22B6-A78F-19F8-27C3F0CE0F14}"/>
              </a:ext>
            </a:extLst>
          </p:cNvPr>
          <p:cNvSpPr>
            <a:spLocks noGrp="1"/>
          </p:cNvSpPr>
          <p:nvPr>
            <p:ph type="title"/>
          </p:nvPr>
        </p:nvSpPr>
        <p:spPr>
          <a:xfrm>
            <a:off x="248265" y="241197"/>
            <a:ext cx="2367116" cy="834410"/>
          </a:xfrm>
        </p:spPr>
        <p:txBody>
          <a:bodyPr>
            <a:normAutofit/>
          </a:bodyPr>
          <a:lstStyle/>
          <a:p>
            <a:r>
              <a:rPr lang="en-IN" sz="2400" b="1" dirty="0"/>
              <a:t>CONCLUSION:</a:t>
            </a:r>
          </a:p>
        </p:txBody>
      </p:sp>
      <p:sp>
        <p:nvSpPr>
          <p:cNvPr id="3" name="Text Placeholder 2">
            <a:extLst>
              <a:ext uri="{FF2B5EF4-FFF2-40B4-BE49-F238E27FC236}">
                <a16:creationId xmlns:a16="http://schemas.microsoft.com/office/drawing/2014/main" id="{EA6635B3-3E29-9AB6-8510-66D8958B4511}"/>
              </a:ext>
            </a:extLst>
          </p:cNvPr>
          <p:cNvSpPr>
            <a:spLocks noGrp="1"/>
          </p:cNvSpPr>
          <p:nvPr>
            <p:ph type="body" idx="1"/>
          </p:nvPr>
        </p:nvSpPr>
        <p:spPr>
          <a:xfrm>
            <a:off x="403122" y="1075607"/>
            <a:ext cx="11169445" cy="4928266"/>
          </a:xfrm>
        </p:spPr>
        <p:txBody>
          <a:bodyPr/>
          <a:lstStyle/>
          <a:p>
            <a:pPr>
              <a:buFont typeface="Wingdings" panose="05000000000000000000" pitchFamily="2" charset="2"/>
              <a:buChar char="Ø"/>
            </a:pPr>
            <a:r>
              <a:rPr lang="en-US" sz="2500" dirty="0"/>
              <a:t>The project demonstrates how SQL can turn relational music-store data into insights.</a:t>
            </a:r>
          </a:p>
          <a:p>
            <a:pPr marL="114300" indent="0">
              <a:buNone/>
            </a:pPr>
            <a:endParaRPr lang="en-US" sz="2500" dirty="0"/>
          </a:p>
          <a:p>
            <a:pPr>
              <a:buFont typeface="Wingdings" panose="05000000000000000000" pitchFamily="2" charset="2"/>
              <a:buChar char="Ø"/>
            </a:pPr>
            <a:r>
              <a:rPr lang="en-US" sz="2500" dirty="0"/>
              <a:t>Joins connect business entities while aggregation summarizes sales and spending.</a:t>
            </a:r>
          </a:p>
          <a:p>
            <a:pPr marL="114300" indent="0">
              <a:buNone/>
            </a:pPr>
            <a:endParaRPr lang="en-US" sz="2500" dirty="0"/>
          </a:p>
          <a:p>
            <a:pPr>
              <a:buFont typeface="Wingdings" panose="05000000000000000000" pitchFamily="2" charset="2"/>
              <a:buChar char="Ø"/>
            </a:pPr>
            <a:r>
              <a:rPr lang="en-US" sz="2500" dirty="0"/>
              <a:t>Subqueries and window functions solve more advanced analytical requirements.</a:t>
            </a:r>
          </a:p>
          <a:p>
            <a:pPr marL="114300" indent="0">
              <a:buNone/>
            </a:pPr>
            <a:endParaRPr lang="en-US" sz="2500" dirty="0"/>
          </a:p>
          <a:p>
            <a:pPr>
              <a:buFont typeface="Wingdings" panose="05000000000000000000" pitchFamily="2" charset="2"/>
              <a:buChar char="Ø"/>
            </a:pPr>
            <a:r>
              <a:rPr lang="en-US" sz="2500" dirty="0"/>
              <a:t>The analysis identifies high-value customers, cities, artists, genres and countries.</a:t>
            </a:r>
          </a:p>
          <a:p>
            <a:pPr marL="114300" indent="0">
              <a:buNone/>
            </a:pPr>
            <a:endParaRPr lang="en-US" sz="2500" dirty="0"/>
          </a:p>
          <a:p>
            <a:pPr>
              <a:buFont typeface="Wingdings" panose="05000000000000000000" pitchFamily="2" charset="2"/>
              <a:buChar char="Ø"/>
            </a:pPr>
            <a:r>
              <a:rPr lang="en-US" sz="2500" dirty="0"/>
              <a:t>Overall, the project strengthens practical database and SQL analysis skills.</a:t>
            </a:r>
          </a:p>
          <a:p>
            <a:pPr marL="114300" indent="0">
              <a:buNone/>
            </a:pPr>
            <a:endParaRPr lang="en-IN" dirty="0"/>
          </a:p>
        </p:txBody>
      </p:sp>
    </p:spTree>
    <p:extLst>
      <p:ext uri="{BB962C8B-B14F-4D97-AF65-F5344CB8AC3E}">
        <p14:creationId xmlns:p14="http://schemas.microsoft.com/office/powerpoint/2010/main" val="3163175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2222</TotalTime>
  <Words>1113</Words>
  <Application>Microsoft Office PowerPoint</Application>
  <PresentationFormat>Widescreen</PresentationFormat>
  <Paragraphs>151</Paragraphs>
  <Slides>20</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Calibri</vt:lpstr>
      <vt:lpstr>Arial</vt:lpstr>
      <vt:lpstr>Lato Black</vt:lpstr>
      <vt:lpstr>Libre Baskerville</vt:lpstr>
      <vt:lpstr>Wingdings</vt:lpstr>
      <vt:lpstr>Office Theme</vt:lpstr>
      <vt:lpstr>PowerPoint Presentation</vt:lpstr>
      <vt:lpstr>PowerPoint Presentation</vt:lpstr>
      <vt:lpstr>OBJECTIVE:</vt:lpstr>
      <vt:lpstr>PROBLEM STATEMENT:</vt:lpstr>
      <vt:lpstr>PowerPoint Presentation</vt:lpstr>
      <vt:lpstr>TECHNIQUES USED &amp; KEY FEATURES: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CHALLENGES FACED:</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korukonda greeshma</cp:lastModifiedBy>
  <cp:revision>2</cp:revision>
  <dcterms:created xsi:type="dcterms:W3CDTF">2021-02-16T05:19:01Z</dcterms:created>
  <dcterms:modified xsi:type="dcterms:W3CDTF">2026-08-17T08:36:53Z</dcterms:modified>
</cp:coreProperties>
</file>